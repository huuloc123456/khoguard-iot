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7" r:id="rId2"/>
    <p:sldId id="258" r:id="rId3"/>
    <p:sldId id="271" r:id="rId4"/>
    <p:sldId id="274" r:id="rId5"/>
    <p:sldId id="272" r:id="rId6"/>
    <p:sldId id="275" r:id="rId7"/>
    <p:sldId id="259" r:id="rId8"/>
    <p:sldId id="260" r:id="rId9"/>
    <p:sldId id="261" r:id="rId10"/>
    <p:sldId id="262" r:id="rId11"/>
    <p:sldId id="263" r:id="rId12"/>
    <p:sldId id="264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521"/>
    <p:restoredTop sz="94000"/>
  </p:normalViewPr>
  <p:slideViewPr>
    <p:cSldViewPr snapToGrid="0">
      <p:cViewPr>
        <p:scale>
          <a:sx n="72" d="100"/>
          <a:sy n="72" d="100"/>
        </p:scale>
        <p:origin x="-865" y="-3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38" d="100"/>
          <a:sy n="38" d="100"/>
        </p:scale>
        <p:origin x="1639" y="4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6C0682-E862-46AF-BC94-6CEC2D8C53A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B8709F1A-51E2-4FAA-91E9-389ED97F14D9}">
      <dgm:prSet phldrT="[Text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US" sz="32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C1: </a:t>
          </a:r>
          <a:r>
            <a: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CƠ SỞ LÝ THUYẾT…</a:t>
          </a:r>
          <a:endParaRPr lang="en-US" sz="3200" b="1" dirty="0"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27789E-1D50-4C83-AF47-4EBC598DF0CF}" type="parTrans" cxnId="{D8EE4228-2F3F-45BF-9B0F-6825385D89AF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D2CEE03-E882-4B4B-906D-5B7DA3001CD6}" type="sibTrans" cxnId="{D8EE4228-2F3F-45BF-9B0F-6825385D89AF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29956CA-CACE-48DA-8393-7CA09B2925D4}">
      <dgm:prSet phldrT="[Text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US" sz="32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C2: THỰC TRẠNG…</a:t>
          </a:r>
        </a:p>
      </dgm:t>
    </dgm:pt>
    <dgm:pt modelId="{AF391017-5E01-4FCA-9B57-A8F6246D75E8}" type="parTrans" cxnId="{A651CFB1-737E-4781-8B5D-5B3BC6007361}">
      <dgm:prSet/>
      <dgm:spPr/>
      <dgm:t>
        <a:bodyPr/>
        <a:lstStyle/>
        <a:p>
          <a:endParaRPr lang="en-US"/>
        </a:p>
      </dgm:t>
    </dgm:pt>
    <dgm:pt modelId="{158A7A71-2C3E-418D-B14E-D36FBDAC49EE}" type="sibTrans" cxnId="{A651CFB1-737E-4781-8B5D-5B3BC6007361}">
      <dgm:prSet/>
      <dgm:spPr/>
      <dgm:t>
        <a:bodyPr/>
        <a:lstStyle/>
        <a:p>
          <a:endParaRPr lang="en-US"/>
        </a:p>
      </dgm:t>
    </dgm:pt>
    <dgm:pt modelId="{E91686D5-973B-4207-87C0-FECC68AAAADC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C3: GIẢI PHÁP…. </a:t>
          </a:r>
        </a:p>
      </dgm:t>
    </dgm:pt>
    <dgm:pt modelId="{5BC17B76-27AD-4BB8-8FC8-D8156FBAADEE}" type="parTrans" cxnId="{AD865209-A029-458C-A67F-7C741D085B4D}">
      <dgm:prSet/>
      <dgm:spPr/>
      <dgm:t>
        <a:bodyPr/>
        <a:lstStyle/>
        <a:p>
          <a:endParaRPr lang="en-US"/>
        </a:p>
      </dgm:t>
    </dgm:pt>
    <dgm:pt modelId="{6B326666-3712-481A-A58B-02DAE75D6A6D}" type="sibTrans" cxnId="{AD865209-A029-458C-A67F-7C741D085B4D}">
      <dgm:prSet/>
      <dgm:spPr/>
      <dgm:t>
        <a:bodyPr/>
        <a:lstStyle/>
        <a:p>
          <a:endParaRPr lang="en-US"/>
        </a:p>
      </dgm:t>
    </dgm:pt>
    <dgm:pt modelId="{25BCD884-EC7D-4189-8D94-4103EA7E9788}" type="pres">
      <dgm:prSet presAssocID="{F16C0682-E862-46AF-BC94-6CEC2D8C53A2}" presName="Name0" presStyleCnt="0">
        <dgm:presLayoutVars>
          <dgm:chMax val="7"/>
          <dgm:chPref val="7"/>
          <dgm:dir/>
        </dgm:presLayoutVars>
      </dgm:prSet>
      <dgm:spPr/>
    </dgm:pt>
    <dgm:pt modelId="{14C833F5-D4EA-4BD8-AF0A-E54282714128}" type="pres">
      <dgm:prSet presAssocID="{F16C0682-E862-46AF-BC94-6CEC2D8C53A2}" presName="Name1" presStyleCnt="0"/>
      <dgm:spPr/>
    </dgm:pt>
    <dgm:pt modelId="{B38A3DA7-795E-4948-BD9F-901693B66D6B}" type="pres">
      <dgm:prSet presAssocID="{F16C0682-E862-46AF-BC94-6CEC2D8C53A2}" presName="cycle" presStyleCnt="0"/>
      <dgm:spPr/>
    </dgm:pt>
    <dgm:pt modelId="{3FB3D57B-AE77-4E0D-9A02-6EC55D07AD4D}" type="pres">
      <dgm:prSet presAssocID="{F16C0682-E862-46AF-BC94-6CEC2D8C53A2}" presName="srcNode" presStyleLbl="node1" presStyleIdx="0" presStyleCnt="3"/>
      <dgm:spPr/>
    </dgm:pt>
    <dgm:pt modelId="{461026EF-99E1-416D-B668-25583264E105}" type="pres">
      <dgm:prSet presAssocID="{F16C0682-E862-46AF-BC94-6CEC2D8C53A2}" presName="conn" presStyleLbl="parChTrans1D2" presStyleIdx="0" presStyleCnt="1"/>
      <dgm:spPr/>
    </dgm:pt>
    <dgm:pt modelId="{62DEFA38-E549-40E1-9064-82DC5902F5E3}" type="pres">
      <dgm:prSet presAssocID="{F16C0682-E862-46AF-BC94-6CEC2D8C53A2}" presName="extraNode" presStyleLbl="node1" presStyleIdx="0" presStyleCnt="3"/>
      <dgm:spPr/>
    </dgm:pt>
    <dgm:pt modelId="{CCD874D7-D1DF-4004-931B-4700835B220C}" type="pres">
      <dgm:prSet presAssocID="{F16C0682-E862-46AF-BC94-6CEC2D8C53A2}" presName="dstNode" presStyleLbl="node1" presStyleIdx="0" presStyleCnt="3"/>
      <dgm:spPr/>
    </dgm:pt>
    <dgm:pt modelId="{E13F1C48-721A-4DC3-AC26-7272C5370586}" type="pres">
      <dgm:prSet presAssocID="{B8709F1A-51E2-4FAA-91E9-389ED97F14D9}" presName="text_1" presStyleLbl="node1" presStyleIdx="0" presStyleCnt="3">
        <dgm:presLayoutVars>
          <dgm:bulletEnabled val="1"/>
        </dgm:presLayoutVars>
      </dgm:prSet>
      <dgm:spPr/>
    </dgm:pt>
    <dgm:pt modelId="{2DF111CE-AE19-415F-B4B8-4EC8ECA8095A}" type="pres">
      <dgm:prSet presAssocID="{B8709F1A-51E2-4FAA-91E9-389ED97F14D9}" presName="accent_1" presStyleCnt="0"/>
      <dgm:spPr/>
    </dgm:pt>
    <dgm:pt modelId="{915F1A95-9D1E-4907-A68A-7191AE6FE045}" type="pres">
      <dgm:prSet presAssocID="{B8709F1A-51E2-4FAA-91E9-389ED97F14D9}" presName="accentRepeatNode" presStyleLbl="solidFgAcc1" presStyleIdx="0" presStyleCnt="3"/>
      <dgm:spPr/>
    </dgm:pt>
    <dgm:pt modelId="{E48D78D1-9AAA-4719-8D56-8B2D9B7FE9EA}" type="pres">
      <dgm:prSet presAssocID="{529956CA-CACE-48DA-8393-7CA09B2925D4}" presName="text_2" presStyleLbl="node1" presStyleIdx="1" presStyleCnt="3" custScaleX="95842" custScaleY="111954" custLinFactNeighborX="1011" custLinFactNeighborY="1860">
        <dgm:presLayoutVars>
          <dgm:bulletEnabled val="1"/>
        </dgm:presLayoutVars>
      </dgm:prSet>
      <dgm:spPr/>
    </dgm:pt>
    <dgm:pt modelId="{B373E881-C411-4E48-8CDF-637262458DB2}" type="pres">
      <dgm:prSet presAssocID="{529956CA-CACE-48DA-8393-7CA09B2925D4}" presName="accent_2" presStyleCnt="0"/>
      <dgm:spPr/>
    </dgm:pt>
    <dgm:pt modelId="{F6D54B9E-2F76-417A-B30F-14D20BF34E50}" type="pres">
      <dgm:prSet presAssocID="{529956CA-CACE-48DA-8393-7CA09B2925D4}" presName="accentRepeatNode" presStyleLbl="solidFgAcc1" presStyleIdx="1" presStyleCnt="3"/>
      <dgm:spPr/>
    </dgm:pt>
    <dgm:pt modelId="{9B0949F6-A2A7-4E00-9571-59FD1E4D36C7}" type="pres">
      <dgm:prSet presAssocID="{E91686D5-973B-4207-87C0-FECC68AAAADC}" presName="text_3" presStyleLbl="node1" presStyleIdx="2" presStyleCnt="3">
        <dgm:presLayoutVars>
          <dgm:bulletEnabled val="1"/>
        </dgm:presLayoutVars>
      </dgm:prSet>
      <dgm:spPr/>
    </dgm:pt>
    <dgm:pt modelId="{BFD489A5-0F0D-4BA1-913F-8F8B3ACE4959}" type="pres">
      <dgm:prSet presAssocID="{E91686D5-973B-4207-87C0-FECC68AAAADC}" presName="accent_3" presStyleCnt="0"/>
      <dgm:spPr/>
    </dgm:pt>
    <dgm:pt modelId="{6AB63432-FCC8-4301-BBB8-4E80068D6F43}" type="pres">
      <dgm:prSet presAssocID="{E91686D5-973B-4207-87C0-FECC68AAAADC}" presName="accentRepeatNode" presStyleLbl="solidFgAcc1" presStyleIdx="2" presStyleCnt="3"/>
      <dgm:spPr/>
    </dgm:pt>
  </dgm:ptLst>
  <dgm:cxnLst>
    <dgm:cxn modelId="{AD865209-A029-458C-A67F-7C741D085B4D}" srcId="{F16C0682-E862-46AF-BC94-6CEC2D8C53A2}" destId="{E91686D5-973B-4207-87C0-FECC68AAAADC}" srcOrd="2" destOrd="0" parTransId="{5BC17B76-27AD-4BB8-8FC8-D8156FBAADEE}" sibTransId="{6B326666-3712-481A-A58B-02DAE75D6A6D}"/>
    <dgm:cxn modelId="{2728B91E-F5D7-4D5E-8096-36A2B3621574}" type="presOf" srcId="{B8709F1A-51E2-4FAA-91E9-389ED97F14D9}" destId="{E13F1C48-721A-4DC3-AC26-7272C5370586}" srcOrd="0" destOrd="0" presId="urn:microsoft.com/office/officeart/2008/layout/VerticalCurvedList"/>
    <dgm:cxn modelId="{D8EE4228-2F3F-45BF-9B0F-6825385D89AF}" srcId="{F16C0682-E862-46AF-BC94-6CEC2D8C53A2}" destId="{B8709F1A-51E2-4FAA-91E9-389ED97F14D9}" srcOrd="0" destOrd="0" parTransId="{ED27789E-1D50-4C83-AF47-4EBC598DF0CF}" sibTransId="{FD2CEE03-E882-4B4B-906D-5B7DA3001CD6}"/>
    <dgm:cxn modelId="{2C809F79-28B9-4F40-9CA5-D7937839E9B7}" type="presOf" srcId="{529956CA-CACE-48DA-8393-7CA09B2925D4}" destId="{E48D78D1-9AAA-4719-8D56-8B2D9B7FE9EA}" srcOrd="0" destOrd="0" presId="urn:microsoft.com/office/officeart/2008/layout/VerticalCurvedList"/>
    <dgm:cxn modelId="{F7A02595-89AD-4DAE-93BA-AC4C033D8273}" type="presOf" srcId="{F16C0682-E862-46AF-BC94-6CEC2D8C53A2}" destId="{25BCD884-EC7D-4189-8D94-4103EA7E9788}" srcOrd="0" destOrd="0" presId="urn:microsoft.com/office/officeart/2008/layout/VerticalCurvedList"/>
    <dgm:cxn modelId="{7CA108A5-1A43-4F24-9D0A-035E7A9E2F8B}" type="presOf" srcId="{FD2CEE03-E882-4B4B-906D-5B7DA3001CD6}" destId="{461026EF-99E1-416D-B668-25583264E105}" srcOrd="0" destOrd="0" presId="urn:microsoft.com/office/officeart/2008/layout/VerticalCurvedList"/>
    <dgm:cxn modelId="{A651CFB1-737E-4781-8B5D-5B3BC6007361}" srcId="{F16C0682-E862-46AF-BC94-6CEC2D8C53A2}" destId="{529956CA-CACE-48DA-8393-7CA09B2925D4}" srcOrd="1" destOrd="0" parTransId="{AF391017-5E01-4FCA-9B57-A8F6246D75E8}" sibTransId="{158A7A71-2C3E-418D-B14E-D36FBDAC49EE}"/>
    <dgm:cxn modelId="{1F1D19C0-1DC1-454C-A2CC-D13014DCBEBF}" type="presOf" srcId="{E91686D5-973B-4207-87C0-FECC68AAAADC}" destId="{9B0949F6-A2A7-4E00-9571-59FD1E4D36C7}" srcOrd="0" destOrd="0" presId="urn:microsoft.com/office/officeart/2008/layout/VerticalCurvedList"/>
    <dgm:cxn modelId="{14ED752D-696C-4CEC-B57E-0B4E99160310}" type="presParOf" srcId="{25BCD884-EC7D-4189-8D94-4103EA7E9788}" destId="{14C833F5-D4EA-4BD8-AF0A-E54282714128}" srcOrd="0" destOrd="0" presId="urn:microsoft.com/office/officeart/2008/layout/VerticalCurvedList"/>
    <dgm:cxn modelId="{E3F2B0B8-5375-4737-9CD1-7FE3545108B8}" type="presParOf" srcId="{14C833F5-D4EA-4BD8-AF0A-E54282714128}" destId="{B38A3DA7-795E-4948-BD9F-901693B66D6B}" srcOrd="0" destOrd="0" presId="urn:microsoft.com/office/officeart/2008/layout/VerticalCurvedList"/>
    <dgm:cxn modelId="{F3630AFE-8812-44B8-BDB7-6009F31A4A2D}" type="presParOf" srcId="{B38A3DA7-795E-4948-BD9F-901693B66D6B}" destId="{3FB3D57B-AE77-4E0D-9A02-6EC55D07AD4D}" srcOrd="0" destOrd="0" presId="urn:microsoft.com/office/officeart/2008/layout/VerticalCurvedList"/>
    <dgm:cxn modelId="{75463516-0C40-4F4E-A761-9250F82E8035}" type="presParOf" srcId="{B38A3DA7-795E-4948-BD9F-901693B66D6B}" destId="{461026EF-99E1-416D-B668-25583264E105}" srcOrd="1" destOrd="0" presId="urn:microsoft.com/office/officeart/2008/layout/VerticalCurvedList"/>
    <dgm:cxn modelId="{B27685C2-699D-409C-A2BB-3F0836763736}" type="presParOf" srcId="{B38A3DA7-795E-4948-BD9F-901693B66D6B}" destId="{62DEFA38-E549-40E1-9064-82DC5902F5E3}" srcOrd="2" destOrd="0" presId="urn:microsoft.com/office/officeart/2008/layout/VerticalCurvedList"/>
    <dgm:cxn modelId="{5C1E9DE3-BE54-4DC1-95E1-183EDC4AE25E}" type="presParOf" srcId="{B38A3DA7-795E-4948-BD9F-901693B66D6B}" destId="{CCD874D7-D1DF-4004-931B-4700835B220C}" srcOrd="3" destOrd="0" presId="urn:microsoft.com/office/officeart/2008/layout/VerticalCurvedList"/>
    <dgm:cxn modelId="{0E4DD8CA-B86D-4209-AD33-72B959B81FB3}" type="presParOf" srcId="{14C833F5-D4EA-4BD8-AF0A-E54282714128}" destId="{E13F1C48-721A-4DC3-AC26-7272C5370586}" srcOrd="1" destOrd="0" presId="urn:microsoft.com/office/officeart/2008/layout/VerticalCurvedList"/>
    <dgm:cxn modelId="{342698EE-B9DE-4751-A69D-8F925343D81B}" type="presParOf" srcId="{14C833F5-D4EA-4BD8-AF0A-E54282714128}" destId="{2DF111CE-AE19-415F-B4B8-4EC8ECA8095A}" srcOrd="2" destOrd="0" presId="urn:microsoft.com/office/officeart/2008/layout/VerticalCurvedList"/>
    <dgm:cxn modelId="{5990DA7D-2D7E-4AD2-8B3E-2D2527F0A6BD}" type="presParOf" srcId="{2DF111CE-AE19-415F-B4B8-4EC8ECA8095A}" destId="{915F1A95-9D1E-4907-A68A-7191AE6FE045}" srcOrd="0" destOrd="0" presId="urn:microsoft.com/office/officeart/2008/layout/VerticalCurvedList"/>
    <dgm:cxn modelId="{75C72AEC-4CD0-492B-9027-6F52E0BE7A28}" type="presParOf" srcId="{14C833F5-D4EA-4BD8-AF0A-E54282714128}" destId="{E48D78D1-9AAA-4719-8D56-8B2D9B7FE9EA}" srcOrd="3" destOrd="0" presId="urn:microsoft.com/office/officeart/2008/layout/VerticalCurvedList"/>
    <dgm:cxn modelId="{F7F195F7-5686-4E20-89FB-8A9610BA9C77}" type="presParOf" srcId="{14C833F5-D4EA-4BD8-AF0A-E54282714128}" destId="{B373E881-C411-4E48-8CDF-637262458DB2}" srcOrd="4" destOrd="0" presId="urn:microsoft.com/office/officeart/2008/layout/VerticalCurvedList"/>
    <dgm:cxn modelId="{A48EEDEA-7C2D-48E7-833B-AA420A847973}" type="presParOf" srcId="{B373E881-C411-4E48-8CDF-637262458DB2}" destId="{F6D54B9E-2F76-417A-B30F-14D20BF34E50}" srcOrd="0" destOrd="0" presId="urn:microsoft.com/office/officeart/2008/layout/VerticalCurvedList"/>
    <dgm:cxn modelId="{C335692D-C130-40CE-9422-0AF3B6B7C79A}" type="presParOf" srcId="{14C833F5-D4EA-4BD8-AF0A-E54282714128}" destId="{9B0949F6-A2A7-4E00-9571-59FD1E4D36C7}" srcOrd="5" destOrd="0" presId="urn:microsoft.com/office/officeart/2008/layout/VerticalCurvedList"/>
    <dgm:cxn modelId="{48C05F27-CA8F-4383-8FCC-D1445A9BD538}" type="presParOf" srcId="{14C833F5-D4EA-4BD8-AF0A-E54282714128}" destId="{BFD489A5-0F0D-4BA1-913F-8F8B3ACE4959}" srcOrd="6" destOrd="0" presId="urn:microsoft.com/office/officeart/2008/layout/VerticalCurvedList"/>
    <dgm:cxn modelId="{F9FEB9F8-318B-4B5E-82F0-256EC7E1ACFA}" type="presParOf" srcId="{BFD489A5-0F0D-4BA1-913F-8F8B3ACE4959}" destId="{6AB63432-FCC8-4301-BBB8-4E80068D6F4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6C0682-E862-46AF-BC94-6CEC2D8C53A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B8709F1A-51E2-4FAA-91E9-389ED97F14D9}">
      <dgm:prSet phldrT="[Text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US" sz="26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C1: </a:t>
          </a:r>
          <a:r>
            <a:rPr lang="vi-VN" sz="2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TỔNG QUAN ĐỀ TÀI NGHIÊN CỨU</a:t>
          </a:r>
          <a:endParaRPr lang="en-US" sz="2600" b="1" dirty="0"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27789E-1D50-4C83-AF47-4EBC598DF0CF}" type="parTrans" cxnId="{D8EE4228-2F3F-45BF-9B0F-6825385D89AF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D2CEE03-E882-4B4B-906D-5B7DA3001CD6}" type="sibTrans" cxnId="{D8EE4228-2F3F-45BF-9B0F-6825385D89AF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29956CA-CACE-48DA-8393-7CA09B2925D4}">
      <dgm:prSet phldrT="[Text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US" sz="26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C2: CƠ SỞ LÝ THUYẾT VÀ MÔ HÌNH NGHIÊN CỨU </a:t>
          </a:r>
        </a:p>
      </dgm:t>
    </dgm:pt>
    <dgm:pt modelId="{AF391017-5E01-4FCA-9B57-A8F6246D75E8}" type="parTrans" cxnId="{A651CFB1-737E-4781-8B5D-5B3BC6007361}">
      <dgm:prSet/>
      <dgm:spPr/>
      <dgm:t>
        <a:bodyPr/>
        <a:lstStyle/>
        <a:p>
          <a:endParaRPr lang="en-US"/>
        </a:p>
      </dgm:t>
    </dgm:pt>
    <dgm:pt modelId="{158A7A71-2C3E-418D-B14E-D36FBDAC49EE}" type="sibTrans" cxnId="{A651CFB1-737E-4781-8B5D-5B3BC6007361}">
      <dgm:prSet/>
      <dgm:spPr/>
      <dgm:t>
        <a:bodyPr/>
        <a:lstStyle/>
        <a:p>
          <a:endParaRPr lang="en-US"/>
        </a:p>
      </dgm:t>
    </dgm:pt>
    <dgm:pt modelId="{5E781697-F214-4C98-8F34-5355E74444C5}">
      <dgm:prSet phldrT="[Text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US" sz="26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C4: KẾT QUẢ NGHIÊN CỨU &amp; THẢO LUẬN</a:t>
          </a:r>
        </a:p>
      </dgm:t>
    </dgm:pt>
    <dgm:pt modelId="{96331259-4CCB-47EC-BECC-09C25C22EF91}" type="parTrans" cxnId="{22573427-C030-41ED-9ABC-5E03C2495AC4}">
      <dgm:prSet/>
      <dgm:spPr/>
      <dgm:t>
        <a:bodyPr/>
        <a:lstStyle/>
        <a:p>
          <a:endParaRPr lang="en-US"/>
        </a:p>
      </dgm:t>
    </dgm:pt>
    <dgm:pt modelId="{DD8B3A4B-31BB-4D16-B8F8-6B8E547CFC0D}" type="sibTrans" cxnId="{22573427-C030-41ED-9ABC-5E03C2495AC4}">
      <dgm:prSet/>
      <dgm:spPr/>
      <dgm:t>
        <a:bodyPr/>
        <a:lstStyle/>
        <a:p>
          <a:endParaRPr lang="en-US"/>
        </a:p>
      </dgm:t>
    </dgm:pt>
    <dgm:pt modelId="{6B2FC55A-0DEC-4F29-A9E6-9677BAE325A1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600" b="1" dirty="0">
              <a:latin typeface="Times New Roman" panose="02020603050405020304" pitchFamily="18" charset="0"/>
              <a:cs typeface="Times New Roman" panose="02020603050405020304" pitchFamily="18" charset="0"/>
            </a:rPr>
            <a:t>C3: THIẾT KẾ NGHIÊN CỨU</a:t>
          </a:r>
        </a:p>
      </dgm:t>
    </dgm:pt>
    <dgm:pt modelId="{5811A70D-B58A-47F5-B15D-1960D0AD860E}" type="parTrans" cxnId="{8BADC3B9-162D-428C-8662-6B042176D37F}">
      <dgm:prSet/>
      <dgm:spPr/>
      <dgm:t>
        <a:bodyPr/>
        <a:lstStyle/>
        <a:p>
          <a:endParaRPr lang="en-US"/>
        </a:p>
      </dgm:t>
    </dgm:pt>
    <dgm:pt modelId="{6C9E214D-1721-466A-BC89-9D59910BD701}" type="sibTrans" cxnId="{8BADC3B9-162D-428C-8662-6B042176D37F}">
      <dgm:prSet/>
      <dgm:spPr/>
      <dgm:t>
        <a:bodyPr/>
        <a:lstStyle/>
        <a:p>
          <a:endParaRPr lang="en-US"/>
        </a:p>
      </dgm:t>
    </dgm:pt>
    <dgm:pt modelId="{E91686D5-973B-4207-87C0-FECC68AAAADC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600" b="1" dirty="0">
              <a:latin typeface="Times New Roman" panose="02020603050405020304" pitchFamily="18" charset="0"/>
              <a:cs typeface="Times New Roman" panose="02020603050405020304" pitchFamily="18" charset="0"/>
            </a:rPr>
            <a:t>C5: KẾT LUẬN VÀ HÀM Ý QUẢN TRỊ</a:t>
          </a:r>
        </a:p>
      </dgm:t>
    </dgm:pt>
    <dgm:pt modelId="{5BC17B76-27AD-4BB8-8FC8-D8156FBAADEE}" type="parTrans" cxnId="{AD865209-A029-458C-A67F-7C741D085B4D}">
      <dgm:prSet/>
      <dgm:spPr/>
      <dgm:t>
        <a:bodyPr/>
        <a:lstStyle/>
        <a:p>
          <a:endParaRPr lang="en-US"/>
        </a:p>
      </dgm:t>
    </dgm:pt>
    <dgm:pt modelId="{6B326666-3712-481A-A58B-02DAE75D6A6D}" type="sibTrans" cxnId="{AD865209-A029-458C-A67F-7C741D085B4D}">
      <dgm:prSet/>
      <dgm:spPr/>
      <dgm:t>
        <a:bodyPr/>
        <a:lstStyle/>
        <a:p>
          <a:endParaRPr lang="en-US"/>
        </a:p>
      </dgm:t>
    </dgm:pt>
    <dgm:pt modelId="{25BCD884-EC7D-4189-8D94-4103EA7E9788}" type="pres">
      <dgm:prSet presAssocID="{F16C0682-E862-46AF-BC94-6CEC2D8C53A2}" presName="Name0" presStyleCnt="0">
        <dgm:presLayoutVars>
          <dgm:chMax val="7"/>
          <dgm:chPref val="7"/>
          <dgm:dir/>
        </dgm:presLayoutVars>
      </dgm:prSet>
      <dgm:spPr/>
    </dgm:pt>
    <dgm:pt modelId="{14C833F5-D4EA-4BD8-AF0A-E54282714128}" type="pres">
      <dgm:prSet presAssocID="{F16C0682-E862-46AF-BC94-6CEC2D8C53A2}" presName="Name1" presStyleCnt="0"/>
      <dgm:spPr/>
    </dgm:pt>
    <dgm:pt modelId="{B38A3DA7-795E-4948-BD9F-901693B66D6B}" type="pres">
      <dgm:prSet presAssocID="{F16C0682-E862-46AF-BC94-6CEC2D8C53A2}" presName="cycle" presStyleCnt="0"/>
      <dgm:spPr/>
    </dgm:pt>
    <dgm:pt modelId="{3FB3D57B-AE77-4E0D-9A02-6EC55D07AD4D}" type="pres">
      <dgm:prSet presAssocID="{F16C0682-E862-46AF-BC94-6CEC2D8C53A2}" presName="srcNode" presStyleLbl="node1" presStyleIdx="0" presStyleCnt="5"/>
      <dgm:spPr/>
    </dgm:pt>
    <dgm:pt modelId="{461026EF-99E1-416D-B668-25583264E105}" type="pres">
      <dgm:prSet presAssocID="{F16C0682-E862-46AF-BC94-6CEC2D8C53A2}" presName="conn" presStyleLbl="parChTrans1D2" presStyleIdx="0" presStyleCnt="1"/>
      <dgm:spPr/>
    </dgm:pt>
    <dgm:pt modelId="{62DEFA38-E549-40E1-9064-82DC5902F5E3}" type="pres">
      <dgm:prSet presAssocID="{F16C0682-E862-46AF-BC94-6CEC2D8C53A2}" presName="extraNode" presStyleLbl="node1" presStyleIdx="0" presStyleCnt="5"/>
      <dgm:spPr/>
    </dgm:pt>
    <dgm:pt modelId="{CCD874D7-D1DF-4004-931B-4700835B220C}" type="pres">
      <dgm:prSet presAssocID="{F16C0682-E862-46AF-BC94-6CEC2D8C53A2}" presName="dstNode" presStyleLbl="node1" presStyleIdx="0" presStyleCnt="5"/>
      <dgm:spPr/>
    </dgm:pt>
    <dgm:pt modelId="{E13F1C48-721A-4DC3-AC26-7272C5370586}" type="pres">
      <dgm:prSet presAssocID="{B8709F1A-51E2-4FAA-91E9-389ED97F14D9}" presName="text_1" presStyleLbl="node1" presStyleIdx="0" presStyleCnt="5" custScaleX="94520" custScaleY="86509" custLinFactNeighborX="2520">
        <dgm:presLayoutVars>
          <dgm:bulletEnabled val="1"/>
        </dgm:presLayoutVars>
      </dgm:prSet>
      <dgm:spPr/>
    </dgm:pt>
    <dgm:pt modelId="{2DF111CE-AE19-415F-B4B8-4EC8ECA8095A}" type="pres">
      <dgm:prSet presAssocID="{B8709F1A-51E2-4FAA-91E9-389ED97F14D9}" presName="accent_1" presStyleCnt="0"/>
      <dgm:spPr/>
    </dgm:pt>
    <dgm:pt modelId="{915F1A95-9D1E-4907-A68A-7191AE6FE045}" type="pres">
      <dgm:prSet presAssocID="{B8709F1A-51E2-4FAA-91E9-389ED97F14D9}" presName="accentRepeatNode" presStyleLbl="solidFgAcc1" presStyleIdx="0" presStyleCnt="5"/>
      <dgm:spPr/>
    </dgm:pt>
    <dgm:pt modelId="{E48D78D1-9AAA-4719-8D56-8B2D9B7FE9EA}" type="pres">
      <dgm:prSet presAssocID="{529956CA-CACE-48DA-8393-7CA09B2925D4}" presName="text_2" presStyleLbl="node1" presStyleIdx="1" presStyleCnt="5" custScaleX="95842" custScaleY="111954" custLinFactNeighborX="1011" custLinFactNeighborY="1860">
        <dgm:presLayoutVars>
          <dgm:bulletEnabled val="1"/>
        </dgm:presLayoutVars>
      </dgm:prSet>
      <dgm:spPr/>
    </dgm:pt>
    <dgm:pt modelId="{B373E881-C411-4E48-8CDF-637262458DB2}" type="pres">
      <dgm:prSet presAssocID="{529956CA-CACE-48DA-8393-7CA09B2925D4}" presName="accent_2" presStyleCnt="0"/>
      <dgm:spPr/>
    </dgm:pt>
    <dgm:pt modelId="{F6D54B9E-2F76-417A-B30F-14D20BF34E50}" type="pres">
      <dgm:prSet presAssocID="{529956CA-CACE-48DA-8393-7CA09B2925D4}" presName="accentRepeatNode" presStyleLbl="solidFgAcc1" presStyleIdx="1" presStyleCnt="5"/>
      <dgm:spPr/>
    </dgm:pt>
    <dgm:pt modelId="{76D36A6E-7967-4BE5-B7AA-C6838C7B6BAE}" type="pres">
      <dgm:prSet presAssocID="{6B2FC55A-0DEC-4F29-A9E6-9677BAE325A1}" presName="text_3" presStyleLbl="node1" presStyleIdx="2" presStyleCnt="5" custScaleX="93462" custScaleY="98803" custLinFactNeighborX="2359" custLinFactNeighborY="1406">
        <dgm:presLayoutVars>
          <dgm:bulletEnabled val="1"/>
        </dgm:presLayoutVars>
      </dgm:prSet>
      <dgm:spPr/>
    </dgm:pt>
    <dgm:pt modelId="{6BDE9ACA-70C6-428F-91D5-F8B874FDA223}" type="pres">
      <dgm:prSet presAssocID="{6B2FC55A-0DEC-4F29-A9E6-9677BAE325A1}" presName="accent_3" presStyleCnt="0"/>
      <dgm:spPr/>
    </dgm:pt>
    <dgm:pt modelId="{3E1BC8D1-B4AB-42BF-A481-65D9802BBE45}" type="pres">
      <dgm:prSet presAssocID="{6B2FC55A-0DEC-4F29-A9E6-9677BAE325A1}" presName="accentRepeatNode" presStyleLbl="solidFgAcc1" presStyleIdx="2" presStyleCnt="5"/>
      <dgm:spPr/>
    </dgm:pt>
    <dgm:pt modelId="{387EDD0D-ABD8-41B8-9E0E-01CA3B2E0FF4}" type="pres">
      <dgm:prSet presAssocID="{5E781697-F214-4C98-8F34-5355E74444C5}" presName="text_4" presStyleLbl="node1" presStyleIdx="3" presStyleCnt="5" custScaleX="93906" custScaleY="96417" custLinFactNeighborX="1660">
        <dgm:presLayoutVars>
          <dgm:bulletEnabled val="1"/>
        </dgm:presLayoutVars>
      </dgm:prSet>
      <dgm:spPr/>
    </dgm:pt>
    <dgm:pt modelId="{DD6A102E-8F1C-4D07-90B1-A7ED4B7AF0B7}" type="pres">
      <dgm:prSet presAssocID="{5E781697-F214-4C98-8F34-5355E74444C5}" presName="accent_4" presStyleCnt="0"/>
      <dgm:spPr/>
    </dgm:pt>
    <dgm:pt modelId="{266BC2F1-9C2F-432E-8D67-7B2842DD729C}" type="pres">
      <dgm:prSet presAssocID="{5E781697-F214-4C98-8F34-5355E74444C5}" presName="accentRepeatNode" presStyleLbl="solidFgAcc1" presStyleIdx="3" presStyleCnt="5" custLinFactNeighborX="1124"/>
      <dgm:spPr/>
    </dgm:pt>
    <dgm:pt modelId="{56B1B7FF-E005-46E2-BD34-0D6B88A273C6}" type="pres">
      <dgm:prSet presAssocID="{E91686D5-973B-4207-87C0-FECC68AAAADC}" presName="text_5" presStyleLbl="node1" presStyleIdx="4" presStyleCnt="5" custScaleX="97223" custScaleY="91527">
        <dgm:presLayoutVars>
          <dgm:bulletEnabled val="1"/>
        </dgm:presLayoutVars>
      </dgm:prSet>
      <dgm:spPr/>
    </dgm:pt>
    <dgm:pt modelId="{007BF68F-0402-403E-92BB-EBFD23E99423}" type="pres">
      <dgm:prSet presAssocID="{E91686D5-973B-4207-87C0-FECC68AAAADC}" presName="accent_5" presStyleCnt="0"/>
      <dgm:spPr/>
    </dgm:pt>
    <dgm:pt modelId="{6AB63432-FCC8-4301-BBB8-4E80068D6F43}" type="pres">
      <dgm:prSet presAssocID="{E91686D5-973B-4207-87C0-FECC68AAAADC}" presName="accentRepeatNode" presStyleLbl="solidFgAcc1" presStyleIdx="4" presStyleCnt="5"/>
      <dgm:spPr/>
    </dgm:pt>
  </dgm:ptLst>
  <dgm:cxnLst>
    <dgm:cxn modelId="{AD865209-A029-458C-A67F-7C741D085B4D}" srcId="{F16C0682-E862-46AF-BC94-6CEC2D8C53A2}" destId="{E91686D5-973B-4207-87C0-FECC68AAAADC}" srcOrd="4" destOrd="0" parTransId="{5BC17B76-27AD-4BB8-8FC8-D8156FBAADEE}" sibTransId="{6B326666-3712-481A-A58B-02DAE75D6A6D}"/>
    <dgm:cxn modelId="{99481012-C072-4300-919A-91BD73640EBC}" type="presOf" srcId="{5E781697-F214-4C98-8F34-5355E74444C5}" destId="{387EDD0D-ABD8-41B8-9E0E-01CA3B2E0FF4}" srcOrd="0" destOrd="0" presId="urn:microsoft.com/office/officeart/2008/layout/VerticalCurvedList"/>
    <dgm:cxn modelId="{2728B91E-F5D7-4D5E-8096-36A2B3621574}" type="presOf" srcId="{B8709F1A-51E2-4FAA-91E9-389ED97F14D9}" destId="{E13F1C48-721A-4DC3-AC26-7272C5370586}" srcOrd="0" destOrd="0" presId="urn:microsoft.com/office/officeart/2008/layout/VerticalCurvedList"/>
    <dgm:cxn modelId="{22573427-C030-41ED-9ABC-5E03C2495AC4}" srcId="{F16C0682-E862-46AF-BC94-6CEC2D8C53A2}" destId="{5E781697-F214-4C98-8F34-5355E74444C5}" srcOrd="3" destOrd="0" parTransId="{96331259-4CCB-47EC-BECC-09C25C22EF91}" sibTransId="{DD8B3A4B-31BB-4D16-B8F8-6B8E547CFC0D}"/>
    <dgm:cxn modelId="{D8EE4228-2F3F-45BF-9B0F-6825385D89AF}" srcId="{F16C0682-E862-46AF-BC94-6CEC2D8C53A2}" destId="{B8709F1A-51E2-4FAA-91E9-389ED97F14D9}" srcOrd="0" destOrd="0" parTransId="{ED27789E-1D50-4C83-AF47-4EBC598DF0CF}" sibTransId="{FD2CEE03-E882-4B4B-906D-5B7DA3001CD6}"/>
    <dgm:cxn modelId="{2C809F79-28B9-4F40-9CA5-D7937839E9B7}" type="presOf" srcId="{529956CA-CACE-48DA-8393-7CA09B2925D4}" destId="{E48D78D1-9AAA-4719-8D56-8B2D9B7FE9EA}" srcOrd="0" destOrd="0" presId="urn:microsoft.com/office/officeart/2008/layout/VerticalCurvedList"/>
    <dgm:cxn modelId="{F7A02595-89AD-4DAE-93BA-AC4C033D8273}" type="presOf" srcId="{F16C0682-E862-46AF-BC94-6CEC2D8C53A2}" destId="{25BCD884-EC7D-4189-8D94-4103EA7E9788}" srcOrd="0" destOrd="0" presId="urn:microsoft.com/office/officeart/2008/layout/VerticalCurvedList"/>
    <dgm:cxn modelId="{C7389CA4-6B96-4898-AD73-EE922C1E563F}" type="presOf" srcId="{6B2FC55A-0DEC-4F29-A9E6-9677BAE325A1}" destId="{76D36A6E-7967-4BE5-B7AA-C6838C7B6BAE}" srcOrd="0" destOrd="0" presId="urn:microsoft.com/office/officeart/2008/layout/VerticalCurvedList"/>
    <dgm:cxn modelId="{7CA108A5-1A43-4F24-9D0A-035E7A9E2F8B}" type="presOf" srcId="{FD2CEE03-E882-4B4B-906D-5B7DA3001CD6}" destId="{461026EF-99E1-416D-B668-25583264E105}" srcOrd="0" destOrd="0" presId="urn:microsoft.com/office/officeart/2008/layout/VerticalCurvedList"/>
    <dgm:cxn modelId="{A651CFB1-737E-4781-8B5D-5B3BC6007361}" srcId="{F16C0682-E862-46AF-BC94-6CEC2D8C53A2}" destId="{529956CA-CACE-48DA-8393-7CA09B2925D4}" srcOrd="1" destOrd="0" parTransId="{AF391017-5E01-4FCA-9B57-A8F6246D75E8}" sibTransId="{158A7A71-2C3E-418D-B14E-D36FBDAC49EE}"/>
    <dgm:cxn modelId="{8BADC3B9-162D-428C-8662-6B042176D37F}" srcId="{F16C0682-E862-46AF-BC94-6CEC2D8C53A2}" destId="{6B2FC55A-0DEC-4F29-A9E6-9677BAE325A1}" srcOrd="2" destOrd="0" parTransId="{5811A70D-B58A-47F5-B15D-1960D0AD860E}" sibTransId="{6C9E214D-1721-466A-BC89-9D59910BD701}"/>
    <dgm:cxn modelId="{32CA1BD5-0B7F-4092-8995-95BC7069BA2C}" type="presOf" srcId="{E91686D5-973B-4207-87C0-FECC68AAAADC}" destId="{56B1B7FF-E005-46E2-BD34-0D6B88A273C6}" srcOrd="0" destOrd="0" presId="urn:microsoft.com/office/officeart/2008/layout/VerticalCurvedList"/>
    <dgm:cxn modelId="{14ED752D-696C-4CEC-B57E-0B4E99160310}" type="presParOf" srcId="{25BCD884-EC7D-4189-8D94-4103EA7E9788}" destId="{14C833F5-D4EA-4BD8-AF0A-E54282714128}" srcOrd="0" destOrd="0" presId="urn:microsoft.com/office/officeart/2008/layout/VerticalCurvedList"/>
    <dgm:cxn modelId="{E3F2B0B8-5375-4737-9CD1-7FE3545108B8}" type="presParOf" srcId="{14C833F5-D4EA-4BD8-AF0A-E54282714128}" destId="{B38A3DA7-795E-4948-BD9F-901693B66D6B}" srcOrd="0" destOrd="0" presId="urn:microsoft.com/office/officeart/2008/layout/VerticalCurvedList"/>
    <dgm:cxn modelId="{F3630AFE-8812-44B8-BDB7-6009F31A4A2D}" type="presParOf" srcId="{B38A3DA7-795E-4948-BD9F-901693B66D6B}" destId="{3FB3D57B-AE77-4E0D-9A02-6EC55D07AD4D}" srcOrd="0" destOrd="0" presId="urn:microsoft.com/office/officeart/2008/layout/VerticalCurvedList"/>
    <dgm:cxn modelId="{75463516-0C40-4F4E-A761-9250F82E8035}" type="presParOf" srcId="{B38A3DA7-795E-4948-BD9F-901693B66D6B}" destId="{461026EF-99E1-416D-B668-25583264E105}" srcOrd="1" destOrd="0" presId="urn:microsoft.com/office/officeart/2008/layout/VerticalCurvedList"/>
    <dgm:cxn modelId="{B27685C2-699D-409C-A2BB-3F0836763736}" type="presParOf" srcId="{B38A3DA7-795E-4948-BD9F-901693B66D6B}" destId="{62DEFA38-E549-40E1-9064-82DC5902F5E3}" srcOrd="2" destOrd="0" presId="urn:microsoft.com/office/officeart/2008/layout/VerticalCurvedList"/>
    <dgm:cxn modelId="{5C1E9DE3-BE54-4DC1-95E1-183EDC4AE25E}" type="presParOf" srcId="{B38A3DA7-795E-4948-BD9F-901693B66D6B}" destId="{CCD874D7-D1DF-4004-931B-4700835B220C}" srcOrd="3" destOrd="0" presId="urn:microsoft.com/office/officeart/2008/layout/VerticalCurvedList"/>
    <dgm:cxn modelId="{0E4DD8CA-B86D-4209-AD33-72B959B81FB3}" type="presParOf" srcId="{14C833F5-D4EA-4BD8-AF0A-E54282714128}" destId="{E13F1C48-721A-4DC3-AC26-7272C5370586}" srcOrd="1" destOrd="0" presId="urn:microsoft.com/office/officeart/2008/layout/VerticalCurvedList"/>
    <dgm:cxn modelId="{342698EE-B9DE-4751-A69D-8F925343D81B}" type="presParOf" srcId="{14C833F5-D4EA-4BD8-AF0A-E54282714128}" destId="{2DF111CE-AE19-415F-B4B8-4EC8ECA8095A}" srcOrd="2" destOrd="0" presId="urn:microsoft.com/office/officeart/2008/layout/VerticalCurvedList"/>
    <dgm:cxn modelId="{5990DA7D-2D7E-4AD2-8B3E-2D2527F0A6BD}" type="presParOf" srcId="{2DF111CE-AE19-415F-B4B8-4EC8ECA8095A}" destId="{915F1A95-9D1E-4907-A68A-7191AE6FE045}" srcOrd="0" destOrd="0" presId="urn:microsoft.com/office/officeart/2008/layout/VerticalCurvedList"/>
    <dgm:cxn modelId="{75C72AEC-4CD0-492B-9027-6F52E0BE7A28}" type="presParOf" srcId="{14C833F5-D4EA-4BD8-AF0A-E54282714128}" destId="{E48D78D1-9AAA-4719-8D56-8B2D9B7FE9EA}" srcOrd="3" destOrd="0" presId="urn:microsoft.com/office/officeart/2008/layout/VerticalCurvedList"/>
    <dgm:cxn modelId="{F7F195F7-5686-4E20-89FB-8A9610BA9C77}" type="presParOf" srcId="{14C833F5-D4EA-4BD8-AF0A-E54282714128}" destId="{B373E881-C411-4E48-8CDF-637262458DB2}" srcOrd="4" destOrd="0" presId="urn:microsoft.com/office/officeart/2008/layout/VerticalCurvedList"/>
    <dgm:cxn modelId="{A48EEDEA-7C2D-48E7-833B-AA420A847973}" type="presParOf" srcId="{B373E881-C411-4E48-8CDF-637262458DB2}" destId="{F6D54B9E-2F76-417A-B30F-14D20BF34E50}" srcOrd="0" destOrd="0" presId="urn:microsoft.com/office/officeart/2008/layout/VerticalCurvedList"/>
    <dgm:cxn modelId="{F0EF9351-F4F2-4259-B48E-7DFE2E0A4CCC}" type="presParOf" srcId="{14C833F5-D4EA-4BD8-AF0A-E54282714128}" destId="{76D36A6E-7967-4BE5-B7AA-C6838C7B6BAE}" srcOrd="5" destOrd="0" presId="urn:microsoft.com/office/officeart/2008/layout/VerticalCurvedList"/>
    <dgm:cxn modelId="{F565D407-E118-414B-8EC9-A8874E67BFEA}" type="presParOf" srcId="{14C833F5-D4EA-4BD8-AF0A-E54282714128}" destId="{6BDE9ACA-70C6-428F-91D5-F8B874FDA223}" srcOrd="6" destOrd="0" presId="urn:microsoft.com/office/officeart/2008/layout/VerticalCurvedList"/>
    <dgm:cxn modelId="{8A6257E7-0A8B-4B87-B157-3B6DD1DD37C1}" type="presParOf" srcId="{6BDE9ACA-70C6-428F-91D5-F8B874FDA223}" destId="{3E1BC8D1-B4AB-42BF-A481-65D9802BBE45}" srcOrd="0" destOrd="0" presId="urn:microsoft.com/office/officeart/2008/layout/VerticalCurvedList"/>
    <dgm:cxn modelId="{AC7ABD50-5EFC-44CF-A5E8-3A64F08E2F0F}" type="presParOf" srcId="{14C833F5-D4EA-4BD8-AF0A-E54282714128}" destId="{387EDD0D-ABD8-41B8-9E0E-01CA3B2E0FF4}" srcOrd="7" destOrd="0" presId="urn:microsoft.com/office/officeart/2008/layout/VerticalCurvedList"/>
    <dgm:cxn modelId="{2895B6F9-5736-4C09-8554-589173FB733C}" type="presParOf" srcId="{14C833F5-D4EA-4BD8-AF0A-E54282714128}" destId="{DD6A102E-8F1C-4D07-90B1-A7ED4B7AF0B7}" srcOrd="8" destOrd="0" presId="urn:microsoft.com/office/officeart/2008/layout/VerticalCurvedList"/>
    <dgm:cxn modelId="{03671902-8FBE-48B6-B16F-9D66D84CC115}" type="presParOf" srcId="{DD6A102E-8F1C-4D07-90B1-A7ED4B7AF0B7}" destId="{266BC2F1-9C2F-432E-8D67-7B2842DD729C}" srcOrd="0" destOrd="0" presId="urn:microsoft.com/office/officeart/2008/layout/VerticalCurvedList"/>
    <dgm:cxn modelId="{329F37F2-DDEE-4F71-B751-49D5AFB3154B}" type="presParOf" srcId="{14C833F5-D4EA-4BD8-AF0A-E54282714128}" destId="{56B1B7FF-E005-46E2-BD34-0D6B88A273C6}" srcOrd="9" destOrd="0" presId="urn:microsoft.com/office/officeart/2008/layout/VerticalCurvedList"/>
    <dgm:cxn modelId="{6796FAC0-FD83-428D-B4A1-F16425960059}" type="presParOf" srcId="{14C833F5-D4EA-4BD8-AF0A-E54282714128}" destId="{007BF68F-0402-403E-92BB-EBFD23E99423}" srcOrd="10" destOrd="0" presId="urn:microsoft.com/office/officeart/2008/layout/VerticalCurvedList"/>
    <dgm:cxn modelId="{287D1E9F-D74B-4418-9547-B3E903C19A42}" type="presParOf" srcId="{007BF68F-0402-403E-92BB-EBFD23E99423}" destId="{6AB63432-FCC8-4301-BBB8-4E80068D6F4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1026EF-99E1-416D-B668-25583264E105}">
      <dsp:nvSpPr>
        <dsp:cNvPr id="0" name=""/>
        <dsp:cNvSpPr/>
      </dsp:nvSpPr>
      <dsp:spPr>
        <a:xfrm>
          <a:off x="-5287344" y="-809813"/>
          <a:ext cx="6296447" cy="6296447"/>
        </a:xfrm>
        <a:prstGeom prst="blockArc">
          <a:avLst>
            <a:gd name="adj1" fmla="val 18900000"/>
            <a:gd name="adj2" fmla="val 2700000"/>
            <a:gd name="adj3" fmla="val 343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3F1C48-721A-4DC3-AC26-7272C5370586}">
      <dsp:nvSpPr>
        <dsp:cNvPr id="0" name=""/>
        <dsp:cNvSpPr/>
      </dsp:nvSpPr>
      <dsp:spPr>
        <a:xfrm>
          <a:off x="649142" y="467682"/>
          <a:ext cx="7236072" cy="9353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2445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3200" b="1" kern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C1: </a:t>
          </a:r>
          <a:r>
            <a:rPr lang="en-US" sz="3200" b="1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CƠ SỞ LÝ THUYẾT…</a:t>
          </a:r>
          <a:endParaRPr lang="en-US" sz="3200" b="1" kern="1200" dirty="0"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49142" y="467682"/>
        <a:ext cx="7236072" cy="935364"/>
      </dsp:txXfrm>
    </dsp:sp>
    <dsp:sp modelId="{915F1A95-9D1E-4907-A68A-7191AE6FE045}">
      <dsp:nvSpPr>
        <dsp:cNvPr id="0" name=""/>
        <dsp:cNvSpPr/>
      </dsp:nvSpPr>
      <dsp:spPr>
        <a:xfrm>
          <a:off x="64540" y="350761"/>
          <a:ext cx="1169205" cy="116920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8D78D1-9AAA-4719-8D56-8B2D9B7FE9EA}">
      <dsp:nvSpPr>
        <dsp:cNvPr id="0" name=""/>
        <dsp:cNvSpPr/>
      </dsp:nvSpPr>
      <dsp:spPr>
        <a:xfrm>
          <a:off x="1202236" y="1832219"/>
          <a:ext cx="6609328" cy="104717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2445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3200" b="1" kern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C2: THỰC TRẠNG…</a:t>
          </a:r>
        </a:p>
      </dsp:txBody>
      <dsp:txXfrm>
        <a:off x="1202236" y="1832219"/>
        <a:ext cx="6609328" cy="1047177"/>
      </dsp:txXfrm>
    </dsp:sp>
    <dsp:sp modelId="{F6D54B9E-2F76-417A-B30F-14D20BF34E50}">
      <dsp:nvSpPr>
        <dsp:cNvPr id="0" name=""/>
        <dsp:cNvSpPr/>
      </dsp:nvSpPr>
      <dsp:spPr>
        <a:xfrm>
          <a:off x="404545" y="1753807"/>
          <a:ext cx="1169205" cy="116920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0949F6-A2A7-4E00-9571-59FD1E4D36C7}">
      <dsp:nvSpPr>
        <dsp:cNvPr id="0" name=""/>
        <dsp:cNvSpPr/>
      </dsp:nvSpPr>
      <dsp:spPr>
        <a:xfrm>
          <a:off x="649142" y="3273774"/>
          <a:ext cx="7236072" cy="9353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2445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C3: GIẢI PHÁP…. </a:t>
          </a:r>
        </a:p>
      </dsp:txBody>
      <dsp:txXfrm>
        <a:off x="649142" y="3273774"/>
        <a:ext cx="7236072" cy="935364"/>
      </dsp:txXfrm>
    </dsp:sp>
    <dsp:sp modelId="{6AB63432-FCC8-4301-BBB8-4E80068D6F43}">
      <dsp:nvSpPr>
        <dsp:cNvPr id="0" name=""/>
        <dsp:cNvSpPr/>
      </dsp:nvSpPr>
      <dsp:spPr>
        <a:xfrm>
          <a:off x="64540" y="3156854"/>
          <a:ext cx="1169205" cy="116920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1026EF-99E1-416D-B668-25583264E105}">
      <dsp:nvSpPr>
        <dsp:cNvPr id="0" name=""/>
        <dsp:cNvSpPr/>
      </dsp:nvSpPr>
      <dsp:spPr>
        <a:xfrm>
          <a:off x="-5392121" y="-836261"/>
          <a:ext cx="6503116" cy="6503116"/>
        </a:xfrm>
        <a:prstGeom prst="blockArc">
          <a:avLst>
            <a:gd name="adj1" fmla="val 18900000"/>
            <a:gd name="adj2" fmla="val 2700000"/>
            <a:gd name="adj3" fmla="val 332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3F1C48-721A-4DC3-AC26-7272C5370586}">
      <dsp:nvSpPr>
        <dsp:cNvPr id="0" name=""/>
        <dsp:cNvSpPr/>
      </dsp:nvSpPr>
      <dsp:spPr>
        <a:xfrm>
          <a:off x="1051646" y="342559"/>
          <a:ext cx="9465415" cy="5225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9439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600" b="1" kern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C1: </a:t>
          </a:r>
          <a:r>
            <a:rPr lang="vi-VN" sz="2600" b="1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TỔNG QUAN ĐỀ TÀI NGHIÊN CỨU</a:t>
          </a:r>
          <a:endParaRPr lang="en-US" sz="2600" b="1" kern="1200" dirty="0"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51646" y="342559"/>
        <a:ext cx="9465415" cy="522529"/>
      </dsp:txXfrm>
    </dsp:sp>
    <dsp:sp modelId="{915F1A95-9D1E-4907-A68A-7191AE6FE045}">
      <dsp:nvSpPr>
        <dsp:cNvPr id="0" name=""/>
        <dsp:cNvSpPr/>
      </dsp:nvSpPr>
      <dsp:spPr>
        <a:xfrm>
          <a:off x="147388" y="226313"/>
          <a:ext cx="755021" cy="75502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8D78D1-9AAA-4719-8D56-8B2D9B7FE9EA}">
      <dsp:nvSpPr>
        <dsp:cNvPr id="0" name=""/>
        <dsp:cNvSpPr/>
      </dsp:nvSpPr>
      <dsp:spPr>
        <a:xfrm>
          <a:off x="1253785" y="1182684"/>
          <a:ext cx="9182978" cy="6762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9439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600" b="1" kern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C2: CƠ SỞ LÝ THUYẾT VÀ MÔ HÌNH NGHIÊN CỨU </a:t>
          </a:r>
        </a:p>
      </dsp:txBody>
      <dsp:txXfrm>
        <a:off x="1253785" y="1182684"/>
        <a:ext cx="9182978" cy="676221"/>
      </dsp:txXfrm>
    </dsp:sp>
    <dsp:sp modelId="{F6D54B9E-2F76-417A-B30F-14D20BF34E50}">
      <dsp:nvSpPr>
        <dsp:cNvPr id="0" name=""/>
        <dsp:cNvSpPr/>
      </dsp:nvSpPr>
      <dsp:spPr>
        <a:xfrm>
          <a:off x="580209" y="1132049"/>
          <a:ext cx="755021" cy="75502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D36A6E-7967-4BE5-B7AA-C6838C7B6BAE}">
      <dsp:nvSpPr>
        <dsp:cNvPr id="0" name=""/>
        <dsp:cNvSpPr/>
      </dsp:nvSpPr>
      <dsp:spPr>
        <a:xfrm>
          <a:off x="1622325" y="2125395"/>
          <a:ext cx="8830785" cy="5967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9439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C3: THIẾT KẾ NGHIÊN CỨU</a:t>
          </a:r>
        </a:p>
      </dsp:txBody>
      <dsp:txXfrm>
        <a:off x="1622325" y="2125395"/>
        <a:ext cx="8830785" cy="596787"/>
      </dsp:txXfrm>
    </dsp:sp>
    <dsp:sp modelId="{3E1BC8D1-B4AB-42BF-A481-65D9802BBE45}">
      <dsp:nvSpPr>
        <dsp:cNvPr id="0" name=""/>
        <dsp:cNvSpPr/>
      </dsp:nvSpPr>
      <dsp:spPr>
        <a:xfrm>
          <a:off x="713051" y="2037785"/>
          <a:ext cx="755021" cy="75502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7EDD0D-ABD8-41B8-9E0E-01CA3B2E0FF4}">
      <dsp:nvSpPr>
        <dsp:cNvPr id="0" name=""/>
        <dsp:cNvSpPr/>
      </dsp:nvSpPr>
      <dsp:spPr>
        <a:xfrm>
          <a:off x="1408715" y="3029844"/>
          <a:ext cx="8997482" cy="5823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9439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600" b="1" kern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C4: KẾT QUẢ NGHIÊN CỨU &amp; THẢO LUẬN</a:t>
          </a:r>
        </a:p>
      </dsp:txBody>
      <dsp:txXfrm>
        <a:off x="1408715" y="3029844"/>
        <a:ext cx="8997482" cy="582375"/>
      </dsp:txXfrm>
    </dsp:sp>
    <dsp:sp modelId="{266BC2F1-9C2F-432E-8D67-7B2842DD729C}">
      <dsp:nvSpPr>
        <dsp:cNvPr id="0" name=""/>
        <dsp:cNvSpPr/>
      </dsp:nvSpPr>
      <dsp:spPr>
        <a:xfrm>
          <a:off x="588696" y="2943521"/>
          <a:ext cx="755021" cy="75502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B1B7FF-E005-46E2-BD34-0D6B88A273C6}">
      <dsp:nvSpPr>
        <dsp:cNvPr id="0" name=""/>
        <dsp:cNvSpPr/>
      </dsp:nvSpPr>
      <dsp:spPr>
        <a:xfrm>
          <a:off x="663946" y="3950349"/>
          <a:ext cx="9736098" cy="5528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9439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C5: KẾT LUẬN VÀ HÀM Ý QUẢN TRỊ</a:t>
          </a:r>
        </a:p>
      </dsp:txBody>
      <dsp:txXfrm>
        <a:off x="663946" y="3950349"/>
        <a:ext cx="9736098" cy="552838"/>
      </dsp:txXfrm>
    </dsp:sp>
    <dsp:sp modelId="{6AB63432-FCC8-4301-BBB8-4E80068D6F43}">
      <dsp:nvSpPr>
        <dsp:cNvPr id="0" name=""/>
        <dsp:cNvSpPr/>
      </dsp:nvSpPr>
      <dsp:spPr>
        <a:xfrm>
          <a:off x="147388" y="3849258"/>
          <a:ext cx="755021" cy="75502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1C6AAA-1B16-496A-AD2F-9E5F7A5411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382A68-C0E5-49D9-9DCD-5ADEF1CFDB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5D4D1-B903-4967-97D4-7D6A4547E178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F86F5A-B4BB-4CA1-970C-53397DBD6F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39717-37E1-439D-90A7-7627B0CCEA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EECD5-1DE4-4892-AF68-1F50DC02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572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828C5E-CC11-5045-9DB1-2DEBBC73123B}" type="datetimeFigureOut">
              <a:rPr lang="en-VN" smtClean="0"/>
              <a:t>11/25/2024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9B719-7321-EE49-A7E7-CC6BA5D41AA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10057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FA5C7D-F076-ABAB-28ED-936E6476926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CBF138-DDAA-03AE-2BFD-F0E6E77D089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6B26E30-45B4-E434-42E3-BFE66D53EB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8EE5A3-86BB-B40C-62D9-2E005424811B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20" name="Picture 19" descr="A building with trees in the background&#10;&#10;Description automatically generated">
            <a:extLst>
              <a:ext uri="{FF2B5EF4-FFF2-40B4-BE49-F238E27FC236}">
                <a16:creationId xmlns:a16="http://schemas.microsoft.com/office/drawing/2014/main" id="{633C415B-DE87-6E90-4B13-A134B02EF4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160" y="5045074"/>
            <a:ext cx="12202160" cy="1676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088D834-70EE-F737-6AE1-030852F6AA55}"/>
              </a:ext>
            </a:extLst>
          </p:cNvPr>
          <p:cNvSpPr txBox="1"/>
          <p:nvPr userDrawn="1"/>
        </p:nvSpPr>
        <p:spPr>
          <a:xfrm>
            <a:off x="-10160" y="32083"/>
            <a:ext cx="12202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THƯƠNG THÀNH PHỐ HỒ CHÍ MINH</a:t>
            </a:r>
          </a:p>
          <a:p>
            <a:pPr algn="ctr"/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 QUẢN TRỊ KINH DOANH</a:t>
            </a:r>
            <a:endParaRPr lang="en-VN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A white circle with blue and red text and a book with a graduation cap&#10;&#10;Description automatically generated">
            <a:extLst>
              <a:ext uri="{FF2B5EF4-FFF2-40B4-BE49-F238E27FC236}">
                <a16:creationId xmlns:a16="http://schemas.microsoft.com/office/drawing/2014/main" id="{CC7CB636-E017-BD51-B7F7-2797B5CEAFFA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133" y="18061"/>
            <a:ext cx="666000" cy="6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2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D56CA0-7F99-A73F-EC74-87E2C37C45F8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5"/>
            <a:ext cx="10515600" cy="8063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36941E3-E3EC-8EF3-53CB-96FCF404C8E3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11" name="Rectangle 11">
            <a:extLst>
              <a:ext uri="{FF2B5EF4-FFF2-40B4-BE49-F238E27FC236}">
                <a16:creationId xmlns:a16="http://schemas.microsoft.com/office/drawing/2014/main" id="{D433E92D-1893-9769-8444-34EEDD3F24BC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50C907-0A3F-10BA-C15C-CA461460FE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B4E7459-A8A2-5081-F907-74BAE417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0F50DE-1588-0A68-B2AE-03A7C3A9B079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95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DCC048-85E1-D9DE-466A-D5EAB21DAFC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0547C463-86A8-9ADB-B42F-6F8F911146A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2EE3A5-6242-A6B2-F6B4-2094B545F5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9473FA4-C6C6-7E97-AACE-A35CFDAB7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851853-8430-FC7D-0C05-EA3095D410B2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632828F-0B4F-8119-5B19-088A1173C90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8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EE82EC-C435-7D46-EFDD-D5C6A244EEA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7329"/>
            <a:ext cx="10515600" cy="71336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E50E531-FF89-E7A1-EC42-5664726867C2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4D41C0-EECC-510F-3124-F7EBC163F8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1F0268C-2917-2762-4664-C6ACF358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7AE9E0-DBEB-84FF-4DC2-C53AC3C7993F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93BE15D-74FA-AED7-3D2B-A613D05E679B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8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A13BF4-06A1-B98B-FD59-CA5020C120F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7"/>
            <a:ext cx="10515600" cy="8239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8D1E83-C000-B443-17A1-67E172C1C81A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F5B01C-A4C1-2548-9E99-49DA8F4F39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622E35-ED11-3E1D-3267-FB7969EBB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5FADBA-93BC-7FCB-D7C6-2138FE10BECE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F168AC0-F6F3-71BB-BDB7-D14C957BCB1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84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521EA7-200B-F8EF-FA1A-AF68F6EAFB52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4059"/>
            <a:ext cx="10515600" cy="8166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C62A9323-B343-0333-2A84-AB84726F155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72A695-B9BF-2B5E-F712-588F45EA7A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0B28936-A209-8496-713D-69F06443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1FC07C-FFBA-6E41-FC9E-B8C545CCA2CA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43E1AB2-24F0-751B-86DE-9AC77889FA3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6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1F7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A64684-422C-D171-0292-6610A91BE81D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D82848-CD15-3DBB-0148-67FB51371B08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8" name="Rectangle 11">
            <a:extLst>
              <a:ext uri="{FF2B5EF4-FFF2-40B4-BE49-F238E27FC236}">
                <a16:creationId xmlns:a16="http://schemas.microsoft.com/office/drawing/2014/main" id="{181386B9-1456-137E-66EE-45A4447494C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CB3CD2-68E1-7670-8AC8-DCAEFA0447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55B251-549F-CC81-82C4-1791D4DC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95FE02-F81D-DAA0-4384-0E62C5A8FC54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https://huit.edu.vn</a:t>
            </a:r>
            <a:endParaRPr lang="en-VN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1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654E7B-7E2F-A597-CEAB-D64DA25FBCEB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A9AB12A-F2B6-4320-39F1-67F3778EE5DF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73966A-35C2-70BC-CFF9-46C3441D8C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8C1A7AF-70A0-C0E9-B2F5-1490BE6C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216FF7-3AE9-85FA-D18A-9862C6DB59AE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C0ADFA0-11B6-96C9-35AE-E6733196ACDA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04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2A7AA7-CA5F-D2FA-2E5E-C3E10A53D35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1EDE2594-98FA-EBCE-C733-A51E9F54ED18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735AE5-30EC-7992-E657-2104C4F3BF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CB5785D-C6E0-0BB4-B792-5DF6906E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C76ABB-19BA-0D81-2004-CA8C1BFA3211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3DEC689-0562-F90A-00BD-D3E65D677F10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88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8236F-F572-6350-D20A-0FCE1F38009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4"/>
            <a:ext cx="10515600" cy="80638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9C659F1E-1F51-522D-AC8E-BE6E140A9E7D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1B0D34-343B-C838-5720-7351BA57CF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B8E042D-2BAA-2A3F-EC27-380C92DB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CD5B80-37F9-BE16-90B3-B1958D8A8755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62415AA-63D3-FB51-385B-BC2BCB0599A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60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2366D-8698-B649-944B-CF1A6B166FF8}" type="datetimeFigureOut">
              <a:t>11/25/2024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9440A-2DED-3643-ADED-9B5C83E7D828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2272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5AAC1D3-EE6D-FC85-F800-5FCE3F264EAA}"/>
              </a:ext>
            </a:extLst>
          </p:cNvPr>
          <p:cNvSpPr txBox="1"/>
          <p:nvPr/>
        </p:nvSpPr>
        <p:spPr>
          <a:xfrm>
            <a:off x="1811789" y="1068186"/>
            <a:ext cx="8365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4800" b="1" dirty="0">
                <a:solidFill>
                  <a:srgbClr val="ED1C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 ĐỒNG BẢO VỆ</a:t>
            </a:r>
            <a:endParaRPr lang="en-VN" sz="4800" b="1" dirty="0">
              <a:solidFill>
                <a:srgbClr val="ED1C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F78BC-6A27-21AC-5EBD-81C9E14542EB}"/>
              </a:ext>
            </a:extLst>
          </p:cNvPr>
          <p:cNvSpPr txBox="1"/>
          <p:nvPr/>
        </p:nvSpPr>
        <p:spPr>
          <a:xfrm>
            <a:off x="1956757" y="1921928"/>
            <a:ext cx="80751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4400" b="1" dirty="0">
                <a:solidFill>
                  <a:srgbClr val="034EA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KHOÁ LUẬN TỐT NGHIỆP</a:t>
            </a:r>
            <a:endParaRPr lang="en-VN" sz="4400" b="1" dirty="0">
              <a:solidFill>
                <a:srgbClr val="034EA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E2475-13C4-9385-87CD-4BB65220D9F5}"/>
              </a:ext>
            </a:extLst>
          </p:cNvPr>
          <p:cNvSpPr txBox="1"/>
          <p:nvPr/>
        </p:nvSpPr>
        <p:spPr>
          <a:xfrm>
            <a:off x="1956757" y="2696505"/>
            <a:ext cx="8075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 ĐỒNG SỐ: 00</a:t>
            </a:r>
            <a:endParaRPr lang="en-V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4BC2CF-6813-EB79-2B31-424BF1EB6B94}"/>
              </a:ext>
            </a:extLst>
          </p:cNvPr>
          <p:cNvSpPr txBox="1"/>
          <p:nvPr/>
        </p:nvSpPr>
        <p:spPr>
          <a:xfrm>
            <a:off x="6329856" y="4051147"/>
            <a:ext cx="56335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itchFamily="18" charset="0"/>
              </a:rPr>
              <a:t>Sinh viên </a:t>
            </a:r>
            <a:r>
              <a:rPr lang="en-US" sz="2200" b="1" dirty="0" err="1">
                <a:latin typeface="Times New Roman" panose="02020603050405020304" pitchFamily="18" charset="0"/>
                <a:cs typeface="Times New Roman" pitchFamily="18" charset="0"/>
              </a:rPr>
              <a:t>thực</a:t>
            </a:r>
            <a:r>
              <a:rPr lang="en-US" sz="2200" b="1" dirty="0">
                <a:latin typeface="Times New Roman" panose="02020603050405020304" pitchFamily="18" charset="0"/>
                <a:cs typeface="Times New Roman" pitchFamily="18" charset="0"/>
              </a:rPr>
              <a:t> hiện: NGUYỄN VĂN A</a:t>
            </a:r>
            <a:endParaRPr lang="vi-VN" sz="22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444AEA-6D2D-0C85-901B-9C19BD3A9B5D}"/>
              </a:ext>
            </a:extLst>
          </p:cNvPr>
          <p:cNvSpPr txBox="1"/>
          <p:nvPr/>
        </p:nvSpPr>
        <p:spPr>
          <a:xfrm>
            <a:off x="6329856" y="4516993"/>
            <a:ext cx="63129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Giảng viên hướng dẫn: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TS./</a:t>
            </a:r>
            <a:r>
              <a:rPr lang="en-US" sz="2200" b="1" dirty="0" err="1">
                <a:latin typeface="Times New Roman" panose="02020603050405020304" pitchFamily="18" charset="0"/>
                <a:cs typeface="Times New Roman" pitchFamily="18" charset="0"/>
              </a:rPr>
              <a:t>Ths</a:t>
            </a:r>
            <a:r>
              <a:rPr lang="vi-VN" sz="2200" b="1" dirty="0">
                <a:latin typeface="Times New Roman" panose="02020603050405020304" pitchFamily="18" charset="0"/>
                <a:cs typeface="Times New Roman" pitchFamily="18" charset="0"/>
              </a:rPr>
              <a:t>.</a:t>
            </a:r>
            <a:r>
              <a:rPr lang="en-US" sz="2200" b="1" dirty="0">
                <a:latin typeface="Times New Roman" panose="02020603050405020304" pitchFamily="18" charset="0"/>
                <a:cs typeface="Times New Roman" pitchFamily="18" charset="0"/>
              </a:rPr>
              <a:t> TRẦN VĂN B</a:t>
            </a:r>
            <a:endParaRPr lang="vi-VN" sz="22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C89D01-106C-C9AD-8605-ED8303CFB7CC}"/>
              </a:ext>
            </a:extLst>
          </p:cNvPr>
          <p:cNvSpPr/>
          <p:nvPr/>
        </p:nvSpPr>
        <p:spPr>
          <a:xfrm>
            <a:off x="382415" y="3444697"/>
            <a:ext cx="1099334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itchFamily="18" charset="0"/>
              </a:rPr>
              <a:t>TÊN ĐỀ TÀI</a:t>
            </a:r>
            <a:endParaRPr lang="vi-VN" sz="24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4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9;p18">
            <a:extLst>
              <a:ext uri="{FF2B5EF4-FFF2-40B4-BE49-F238E27FC236}">
                <a16:creationId xmlns:a16="http://schemas.microsoft.com/office/drawing/2014/main" id="{AC4DB409-CD17-B302-275F-07C1D7BD1088}"/>
              </a:ext>
            </a:extLst>
          </p:cNvPr>
          <p:cNvSpPr txBox="1">
            <a:spLocks/>
          </p:cNvSpPr>
          <p:nvPr/>
        </p:nvSpPr>
        <p:spPr>
          <a:xfrm>
            <a:off x="3441852" y="2743648"/>
            <a:ext cx="3968775" cy="86985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6000" dirty="0">
              <a:solidFill>
                <a:srgbClr val="0070C0"/>
              </a:solidFill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EC49B86-6218-EE6F-69BF-D8B9A0C7F6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7753595"/>
              </p:ext>
            </p:extLst>
          </p:nvPr>
        </p:nvGraphicFramePr>
        <p:xfrm>
          <a:off x="2631159" y="1796142"/>
          <a:ext cx="7949755" cy="46768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hape 1813">
            <a:extLst>
              <a:ext uri="{FF2B5EF4-FFF2-40B4-BE49-F238E27FC236}">
                <a16:creationId xmlns:a16="http://schemas.microsoft.com/office/drawing/2014/main" id="{1990099C-E05D-78A8-D084-E728237A131C}"/>
              </a:ext>
            </a:extLst>
          </p:cNvPr>
          <p:cNvSpPr txBox="1">
            <a:spLocks/>
          </p:cNvSpPr>
          <p:nvPr/>
        </p:nvSpPr>
        <p:spPr>
          <a:xfrm>
            <a:off x="0" y="822551"/>
            <a:ext cx="12192000" cy="973591"/>
          </a:xfrm>
          <a:prstGeom prst="rect">
            <a:avLst/>
          </a:prstGeom>
          <a:noFill/>
          <a:ln>
            <a:noFill/>
          </a:ln>
        </p:spPr>
        <p:txBody>
          <a:bodyPr lIns="68569" tIns="68569" rIns="68569" bIns="68569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matic SC"/>
              <a:buNone/>
              <a:defRPr sz="7200" b="0" i="0" u="none" strike="noStrike" cap="none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matic SC"/>
              <a:buNone/>
              <a:tabLst/>
              <a:defRPr/>
            </a:pPr>
            <a:r>
              <a:rPr kumimoji="0" lang="e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Amatic SC"/>
              </a:rPr>
              <a:t>CẤU TRÚC KHÓA LUẬN TỐT NGHIỆP (3 </a:t>
            </a:r>
            <a:r>
              <a:rPr kumimoji="0" lang="en" sz="3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Amatic SC"/>
              </a:rPr>
              <a:t>chương</a:t>
            </a:r>
            <a:r>
              <a:rPr kumimoji="0" lang="e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Amatic SC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1745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226B0-A560-5F04-E04B-B899E60B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9;p18">
            <a:extLst>
              <a:ext uri="{FF2B5EF4-FFF2-40B4-BE49-F238E27FC236}">
                <a16:creationId xmlns:a16="http://schemas.microsoft.com/office/drawing/2014/main" id="{3780761A-0D97-2BFA-E6B8-F6AD02BD23D1}"/>
              </a:ext>
            </a:extLst>
          </p:cNvPr>
          <p:cNvSpPr txBox="1">
            <a:spLocks/>
          </p:cNvSpPr>
          <p:nvPr/>
        </p:nvSpPr>
        <p:spPr>
          <a:xfrm>
            <a:off x="3441852" y="2743648"/>
            <a:ext cx="3968775" cy="86985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6000" dirty="0">
              <a:solidFill>
                <a:srgbClr val="0070C0"/>
              </a:solidFill>
            </a:endParaRPr>
          </a:p>
        </p:txBody>
      </p:sp>
      <p:sp>
        <p:nvSpPr>
          <p:cNvPr id="3" name="Shape 1813">
            <a:extLst>
              <a:ext uri="{FF2B5EF4-FFF2-40B4-BE49-F238E27FC236}">
                <a16:creationId xmlns:a16="http://schemas.microsoft.com/office/drawing/2014/main" id="{7423A1AA-25BC-3780-D063-9C256B5A1E0F}"/>
              </a:ext>
            </a:extLst>
          </p:cNvPr>
          <p:cNvSpPr txBox="1">
            <a:spLocks/>
          </p:cNvSpPr>
          <p:nvPr/>
        </p:nvSpPr>
        <p:spPr>
          <a:xfrm>
            <a:off x="228600" y="593727"/>
            <a:ext cx="12337425" cy="779723"/>
          </a:xfrm>
          <a:prstGeom prst="rect">
            <a:avLst/>
          </a:prstGeom>
          <a:noFill/>
          <a:ln>
            <a:noFill/>
          </a:ln>
        </p:spPr>
        <p:txBody>
          <a:bodyPr lIns="68569" tIns="68569" rIns="68569" bIns="68569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matic SC"/>
              <a:buNone/>
              <a:defRPr sz="7200" b="0" i="0" u="none" strike="noStrike" cap="none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matic SC"/>
              <a:buNone/>
              <a:tabLst/>
              <a:defRPr/>
            </a:pPr>
            <a:r>
              <a:rPr kumimoji="0" lang="e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Amatic SC"/>
              </a:rPr>
              <a:t>GỢI </a:t>
            </a:r>
            <a:r>
              <a:rPr kumimoji="0" lang="en" sz="3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Amatic SC"/>
              </a:rPr>
              <a:t>Ý</a:t>
            </a:r>
            <a:r>
              <a:rPr kumimoji="0" lang="e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Amatic SC"/>
              </a:rPr>
              <a:t> TRÌNH BÀY KHÓA LUẬN TỐT NGHIỆP (3 </a:t>
            </a:r>
            <a:r>
              <a:rPr kumimoji="0" lang="en" sz="3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Amatic SC"/>
              </a:rPr>
              <a:t>chương</a:t>
            </a:r>
            <a:r>
              <a:rPr kumimoji="0" lang="e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Amatic SC"/>
              </a:rPr>
              <a:t>)</a:t>
            </a:r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615E0F08-0D9D-50BA-52B0-17BC46B82B3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752718" y="1723374"/>
            <a:ext cx="5098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B2CE37E5-7CFF-0D2D-C7DC-122338875FE0}"/>
              </a:ext>
            </a:extLst>
          </p:cNvPr>
          <p:cNvGrpSpPr>
            <a:grpSpLocks/>
          </p:cNvGrpSpPr>
          <p:nvPr/>
        </p:nvGrpSpPr>
        <p:grpSpPr bwMode="auto">
          <a:xfrm>
            <a:off x="1675077" y="1583114"/>
            <a:ext cx="740444" cy="439698"/>
            <a:chOff x="1110" y="2656"/>
            <a:chExt cx="1549" cy="1351"/>
          </a:xfrm>
        </p:grpSpPr>
        <p:sp>
          <p:nvSpPr>
            <p:cNvPr id="7" name="AutoShape 4">
              <a:extLst>
                <a:ext uri="{FF2B5EF4-FFF2-40B4-BE49-F238E27FC236}">
                  <a16:creationId xmlns:a16="http://schemas.microsoft.com/office/drawing/2014/main" id="{CF0F8451-E69C-A77A-7901-68527120A6D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AutoShape 5">
              <a:extLst>
                <a:ext uri="{FF2B5EF4-FFF2-40B4-BE49-F238E27FC236}">
                  <a16:creationId xmlns:a16="http://schemas.microsoft.com/office/drawing/2014/main" id="{2B11EB9D-BF62-52B8-E653-A45FC9BCF72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AutoShape 6">
              <a:extLst>
                <a:ext uri="{FF2B5EF4-FFF2-40B4-BE49-F238E27FC236}">
                  <a16:creationId xmlns:a16="http://schemas.microsoft.com/office/drawing/2014/main" id="{732A5E02-3947-A17F-851E-2C79BD66CBB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98" y="2736"/>
              <a:ext cx="1351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Group 7">
            <a:extLst>
              <a:ext uri="{FF2B5EF4-FFF2-40B4-BE49-F238E27FC236}">
                <a16:creationId xmlns:a16="http://schemas.microsoft.com/office/drawing/2014/main" id="{61896D5F-1EF2-387D-E176-AACB15F4AE07}"/>
              </a:ext>
            </a:extLst>
          </p:cNvPr>
          <p:cNvGrpSpPr>
            <a:grpSpLocks/>
          </p:cNvGrpSpPr>
          <p:nvPr/>
        </p:nvGrpSpPr>
        <p:grpSpPr bwMode="auto">
          <a:xfrm>
            <a:off x="1676664" y="2189539"/>
            <a:ext cx="742929" cy="439698"/>
            <a:chOff x="3174" y="2656"/>
            <a:chExt cx="1549" cy="1351"/>
          </a:xfrm>
        </p:grpSpPr>
        <p:sp>
          <p:nvSpPr>
            <p:cNvPr id="11" name="AutoShape 8">
              <a:extLst>
                <a:ext uri="{FF2B5EF4-FFF2-40B4-BE49-F238E27FC236}">
                  <a16:creationId xmlns:a16="http://schemas.microsoft.com/office/drawing/2014/main" id="{065ECA03-381C-3D2C-34BD-185A96207BC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AutoShape 9">
              <a:extLst>
                <a:ext uri="{FF2B5EF4-FFF2-40B4-BE49-F238E27FC236}">
                  <a16:creationId xmlns:a16="http://schemas.microsoft.com/office/drawing/2014/main" id="{57874367-24D0-3751-1FBB-DB5EBFFA2A2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AutoShape 10">
              <a:extLst>
                <a:ext uri="{FF2B5EF4-FFF2-40B4-BE49-F238E27FC236}">
                  <a16:creationId xmlns:a16="http://schemas.microsoft.com/office/drawing/2014/main" id="{EF173170-F1AB-0CAA-166E-05AD18A9449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62" y="2736"/>
              <a:ext cx="1352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Line 11">
            <a:extLst>
              <a:ext uri="{FF2B5EF4-FFF2-40B4-BE49-F238E27FC236}">
                <a16:creationId xmlns:a16="http://schemas.microsoft.com/office/drawing/2014/main" id="{F61B539F-4D74-CEF4-808A-5EBB6DA54C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3040" y="1964018"/>
            <a:ext cx="4507695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C762C442-639D-F151-2F8E-676573C56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4183" y="1564134"/>
            <a:ext cx="355321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Lý do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5A0477A5-BBF9-1242-0452-FF9C71235FE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752718" y="1656139"/>
            <a:ext cx="5098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E08EF253-AF11-A16F-99BC-7F046E98B2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3040" y="2561012"/>
            <a:ext cx="4507695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5A43D1FB-4F25-50C8-3EF7-575AFC7C348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762243" y="2210176"/>
            <a:ext cx="5098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19" name="Group 17">
            <a:extLst>
              <a:ext uri="{FF2B5EF4-FFF2-40B4-BE49-F238E27FC236}">
                <a16:creationId xmlns:a16="http://schemas.microsoft.com/office/drawing/2014/main" id="{CF69F10E-9002-13B8-9F0F-53F7495642AD}"/>
              </a:ext>
            </a:extLst>
          </p:cNvPr>
          <p:cNvGrpSpPr>
            <a:grpSpLocks/>
          </p:cNvGrpSpPr>
          <p:nvPr/>
        </p:nvGrpSpPr>
        <p:grpSpPr bwMode="auto">
          <a:xfrm>
            <a:off x="1676664" y="2764214"/>
            <a:ext cx="742929" cy="439698"/>
            <a:chOff x="1110" y="2656"/>
            <a:chExt cx="1549" cy="1351"/>
          </a:xfrm>
        </p:grpSpPr>
        <p:sp>
          <p:nvSpPr>
            <p:cNvPr id="20" name="AutoShape 18">
              <a:extLst>
                <a:ext uri="{FF2B5EF4-FFF2-40B4-BE49-F238E27FC236}">
                  <a16:creationId xmlns:a16="http://schemas.microsoft.com/office/drawing/2014/main" id="{872A3F8F-10E9-DEE9-1562-49642CA7B18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AutoShape 19">
              <a:extLst>
                <a:ext uri="{FF2B5EF4-FFF2-40B4-BE49-F238E27FC236}">
                  <a16:creationId xmlns:a16="http://schemas.microsoft.com/office/drawing/2014/main" id="{4482A239-FD6F-1760-AA3D-1474B9E7922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AutoShape 20">
              <a:extLst>
                <a:ext uri="{FF2B5EF4-FFF2-40B4-BE49-F238E27FC236}">
                  <a16:creationId xmlns:a16="http://schemas.microsoft.com/office/drawing/2014/main" id="{DF713B7B-3513-14AF-9AE2-BAA0857F61E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98" y="2736"/>
              <a:ext cx="1352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Group 21">
            <a:extLst>
              <a:ext uri="{FF2B5EF4-FFF2-40B4-BE49-F238E27FC236}">
                <a16:creationId xmlns:a16="http://schemas.microsoft.com/office/drawing/2014/main" id="{840E9865-27E6-04A0-25B0-5C3129B1A10C}"/>
              </a:ext>
            </a:extLst>
          </p:cNvPr>
          <p:cNvGrpSpPr>
            <a:grpSpLocks/>
          </p:cNvGrpSpPr>
          <p:nvPr/>
        </p:nvGrpSpPr>
        <p:grpSpPr bwMode="auto">
          <a:xfrm>
            <a:off x="1668727" y="3307139"/>
            <a:ext cx="740444" cy="439698"/>
            <a:chOff x="3174" y="2656"/>
            <a:chExt cx="1549" cy="1351"/>
          </a:xfrm>
        </p:grpSpPr>
        <p:sp>
          <p:nvSpPr>
            <p:cNvPr id="24" name="AutoShape 22">
              <a:extLst>
                <a:ext uri="{FF2B5EF4-FFF2-40B4-BE49-F238E27FC236}">
                  <a16:creationId xmlns:a16="http://schemas.microsoft.com/office/drawing/2014/main" id="{A96ED6E5-94A0-7826-4229-8ED805A2B33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AutoShape 23">
              <a:extLst>
                <a:ext uri="{FF2B5EF4-FFF2-40B4-BE49-F238E27FC236}">
                  <a16:creationId xmlns:a16="http://schemas.microsoft.com/office/drawing/2014/main" id="{87810B20-E2D5-1E89-577B-FEB51A4D444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AutoShape 24">
              <a:extLst>
                <a:ext uri="{FF2B5EF4-FFF2-40B4-BE49-F238E27FC236}">
                  <a16:creationId xmlns:a16="http://schemas.microsoft.com/office/drawing/2014/main" id="{A97249AD-2262-A3A2-419B-F20F768E657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62" y="2736"/>
              <a:ext cx="1351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Line 25">
            <a:extLst>
              <a:ext uri="{FF2B5EF4-FFF2-40B4-BE49-F238E27FC236}">
                <a16:creationId xmlns:a16="http://schemas.microsoft.com/office/drawing/2014/main" id="{90E6F612-E55F-6237-8A53-8CF2377AD6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3040" y="3166596"/>
            <a:ext cx="4507695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BE88E46A-5A44-F9F5-FB5F-1B36EE1C3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0430" y="2125003"/>
            <a:ext cx="389694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83615EFD-B55A-223F-ED9B-9368D20BA0A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754305" y="2767389"/>
            <a:ext cx="5098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7336F7F2-FB44-22FF-2CCB-033F8B931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3040" y="3805612"/>
            <a:ext cx="4507695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31" name="Text Box 29">
            <a:extLst>
              <a:ext uri="{FF2B5EF4-FFF2-40B4-BE49-F238E27FC236}">
                <a16:creationId xmlns:a16="http://schemas.microsoft.com/office/drawing/2014/main" id="{188CC35A-73AF-77CE-3B4F-CD4B19360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5887" y="3379856"/>
            <a:ext cx="883005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vi-V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(Trình bày lý thuyết)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B91515C4-7C3F-644A-7E09-E58D37EAA84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730493" y="3324601"/>
            <a:ext cx="5098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grpSp>
        <p:nvGrpSpPr>
          <p:cNvPr id="33" name="Group 3">
            <a:extLst>
              <a:ext uri="{FF2B5EF4-FFF2-40B4-BE49-F238E27FC236}">
                <a16:creationId xmlns:a16="http://schemas.microsoft.com/office/drawing/2014/main" id="{E55B8219-8809-F34D-8625-1E3086CD6101}"/>
              </a:ext>
            </a:extLst>
          </p:cNvPr>
          <p:cNvGrpSpPr>
            <a:grpSpLocks/>
          </p:cNvGrpSpPr>
          <p:nvPr/>
        </p:nvGrpSpPr>
        <p:grpSpPr bwMode="auto">
          <a:xfrm>
            <a:off x="1663964" y="3954839"/>
            <a:ext cx="740444" cy="439698"/>
            <a:chOff x="1110" y="2656"/>
            <a:chExt cx="1549" cy="1351"/>
          </a:xfrm>
        </p:grpSpPr>
        <p:sp>
          <p:nvSpPr>
            <p:cNvPr id="34" name="AutoShape 4">
              <a:extLst>
                <a:ext uri="{FF2B5EF4-FFF2-40B4-BE49-F238E27FC236}">
                  <a16:creationId xmlns:a16="http://schemas.microsoft.com/office/drawing/2014/main" id="{4C75B371-8157-E6EF-E1C4-51C7567F23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AutoShape 5">
              <a:extLst>
                <a:ext uri="{FF2B5EF4-FFF2-40B4-BE49-F238E27FC236}">
                  <a16:creationId xmlns:a16="http://schemas.microsoft.com/office/drawing/2014/main" id="{1F4165CC-00A9-7CA2-63D5-A0F7B4F7DC1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AutoShape 6">
              <a:extLst>
                <a:ext uri="{FF2B5EF4-FFF2-40B4-BE49-F238E27FC236}">
                  <a16:creationId xmlns:a16="http://schemas.microsoft.com/office/drawing/2014/main" id="{2D46A86A-5CDA-7648-1765-B0F02F5B8E2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98" y="2736"/>
              <a:ext cx="1351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Line 11">
            <a:extLst>
              <a:ext uri="{FF2B5EF4-FFF2-40B4-BE49-F238E27FC236}">
                <a16:creationId xmlns:a16="http://schemas.microsoft.com/office/drawing/2014/main" id="{7F28A7F6-28B5-55D5-3BBA-E31FF7574B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0900" y="4417733"/>
            <a:ext cx="4507695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38" name="Text Box 13">
            <a:extLst>
              <a:ext uri="{FF2B5EF4-FFF2-40B4-BE49-F238E27FC236}">
                <a16:creationId xmlns:a16="http://schemas.microsoft.com/office/drawing/2014/main" id="{F8CAEEF6-36FA-E168-91BB-52BFC81894C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730493" y="3999289"/>
            <a:ext cx="5098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grpSp>
        <p:nvGrpSpPr>
          <p:cNvPr id="39" name="Group 21">
            <a:extLst>
              <a:ext uri="{FF2B5EF4-FFF2-40B4-BE49-F238E27FC236}">
                <a16:creationId xmlns:a16="http://schemas.microsoft.com/office/drawing/2014/main" id="{4DCC5299-385F-5D61-0EB3-661777A45100}"/>
              </a:ext>
            </a:extLst>
          </p:cNvPr>
          <p:cNvGrpSpPr>
            <a:grpSpLocks/>
          </p:cNvGrpSpPr>
          <p:nvPr/>
        </p:nvGrpSpPr>
        <p:grpSpPr bwMode="auto">
          <a:xfrm>
            <a:off x="1681427" y="4626351"/>
            <a:ext cx="740444" cy="439698"/>
            <a:chOff x="3174" y="2656"/>
            <a:chExt cx="1549" cy="1351"/>
          </a:xfrm>
        </p:grpSpPr>
        <p:sp>
          <p:nvSpPr>
            <p:cNvPr id="40" name="AutoShape 22">
              <a:extLst>
                <a:ext uri="{FF2B5EF4-FFF2-40B4-BE49-F238E27FC236}">
                  <a16:creationId xmlns:a16="http://schemas.microsoft.com/office/drawing/2014/main" id="{5FAF640D-7686-9588-2525-C096C4A5F99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AutoShape 23">
              <a:extLst>
                <a:ext uri="{FF2B5EF4-FFF2-40B4-BE49-F238E27FC236}">
                  <a16:creationId xmlns:a16="http://schemas.microsoft.com/office/drawing/2014/main" id="{7101FA4A-5D16-644C-6E60-C175B125657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AutoShape 24">
              <a:extLst>
                <a:ext uri="{FF2B5EF4-FFF2-40B4-BE49-F238E27FC236}">
                  <a16:creationId xmlns:a16="http://schemas.microsoft.com/office/drawing/2014/main" id="{E95C3DB3-DB26-1AB8-869A-59346A3CB09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62" y="2736"/>
              <a:ext cx="1351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Line 28">
            <a:extLst>
              <a:ext uri="{FF2B5EF4-FFF2-40B4-BE49-F238E27FC236}">
                <a16:creationId xmlns:a16="http://schemas.microsoft.com/office/drawing/2014/main" id="{746B09F5-C907-2B31-681B-7C1AB5C7BD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0900" y="5070196"/>
            <a:ext cx="4507695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44" name="Text Box 29">
            <a:extLst>
              <a:ext uri="{FF2B5EF4-FFF2-40B4-BE49-F238E27FC236}">
                <a16:creationId xmlns:a16="http://schemas.microsoft.com/office/drawing/2014/main" id="{1564C11C-FFB4-BF47-BC7A-853B84224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0429" y="3976528"/>
            <a:ext cx="883005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5" name="Text Box 30">
            <a:extLst>
              <a:ext uri="{FF2B5EF4-FFF2-40B4-BE49-F238E27FC236}">
                <a16:creationId xmlns:a16="http://schemas.microsoft.com/office/drawing/2014/main" id="{F4CE3E82-2682-FB36-6520-B8698FCF32D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762243" y="4645401"/>
            <a:ext cx="5098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pSp>
        <p:nvGrpSpPr>
          <p:cNvPr id="46" name="Group 3">
            <a:extLst>
              <a:ext uri="{FF2B5EF4-FFF2-40B4-BE49-F238E27FC236}">
                <a16:creationId xmlns:a16="http://schemas.microsoft.com/office/drawing/2014/main" id="{241D86FC-0CAA-36F8-48BB-EB6214E057BD}"/>
              </a:ext>
            </a:extLst>
          </p:cNvPr>
          <p:cNvGrpSpPr>
            <a:grpSpLocks/>
          </p:cNvGrpSpPr>
          <p:nvPr/>
        </p:nvGrpSpPr>
        <p:grpSpPr bwMode="auto">
          <a:xfrm>
            <a:off x="1668633" y="5205695"/>
            <a:ext cx="742929" cy="439698"/>
            <a:chOff x="1110" y="2656"/>
            <a:chExt cx="1549" cy="1351"/>
          </a:xfrm>
        </p:grpSpPr>
        <p:sp>
          <p:nvSpPr>
            <p:cNvPr id="47" name="AutoShape 4">
              <a:extLst>
                <a:ext uri="{FF2B5EF4-FFF2-40B4-BE49-F238E27FC236}">
                  <a16:creationId xmlns:a16="http://schemas.microsoft.com/office/drawing/2014/main" id="{587660A3-FD55-0B06-23E8-DD0D54E34C2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AutoShape 5">
              <a:extLst>
                <a:ext uri="{FF2B5EF4-FFF2-40B4-BE49-F238E27FC236}">
                  <a16:creationId xmlns:a16="http://schemas.microsoft.com/office/drawing/2014/main" id="{31E1565B-B77E-3776-FA46-B3284FEF257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AutoShape 6">
              <a:extLst>
                <a:ext uri="{FF2B5EF4-FFF2-40B4-BE49-F238E27FC236}">
                  <a16:creationId xmlns:a16="http://schemas.microsoft.com/office/drawing/2014/main" id="{AFF2536B-103B-DCCA-FC2F-15BE2B812A8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98" y="2736"/>
              <a:ext cx="1352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Line 11">
            <a:extLst>
              <a:ext uri="{FF2B5EF4-FFF2-40B4-BE49-F238E27FC236}">
                <a16:creationId xmlns:a16="http://schemas.microsoft.com/office/drawing/2014/main" id="{BC69FC4E-3848-8384-21A8-52806B22C7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0263" y="5682037"/>
            <a:ext cx="4507695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51" name="Text Box 12">
            <a:extLst>
              <a:ext uri="{FF2B5EF4-FFF2-40B4-BE49-F238E27FC236}">
                <a16:creationId xmlns:a16="http://schemas.microsoft.com/office/drawing/2014/main" id="{1D52725C-76F6-4727-EC13-CFDAEF785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800" y="4568616"/>
            <a:ext cx="686871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Box 13">
            <a:extLst>
              <a:ext uri="{FF2B5EF4-FFF2-40B4-BE49-F238E27FC236}">
                <a16:creationId xmlns:a16="http://schemas.microsoft.com/office/drawing/2014/main" id="{35159651-EF74-8455-2585-DCB1D9FDC1C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714618" y="5243889"/>
            <a:ext cx="5098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53" name="Text Box 29">
            <a:extLst>
              <a:ext uri="{FF2B5EF4-FFF2-40B4-BE49-F238E27FC236}">
                <a16:creationId xmlns:a16="http://schemas.microsoft.com/office/drawing/2014/main" id="{59198A2A-649E-D8B4-22BB-35BDF1551D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0265" y="5221128"/>
            <a:ext cx="517651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khuyến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Box 12">
            <a:extLst>
              <a:ext uri="{FF2B5EF4-FFF2-40B4-BE49-F238E27FC236}">
                <a16:creationId xmlns:a16="http://schemas.microsoft.com/office/drawing/2014/main" id="{0C8EF90B-8FA1-B411-EDF7-9B36A349E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101" y="2722066"/>
            <a:ext cx="911844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157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42368-8590-7445-DC06-93C7F3896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813">
            <a:extLst>
              <a:ext uri="{FF2B5EF4-FFF2-40B4-BE49-F238E27FC236}">
                <a16:creationId xmlns:a16="http://schemas.microsoft.com/office/drawing/2014/main" id="{CFDAA19C-A4F9-DF9E-F8F8-157AC4DE8679}"/>
              </a:ext>
            </a:extLst>
          </p:cNvPr>
          <p:cNvSpPr txBox="1">
            <a:spLocks/>
          </p:cNvSpPr>
          <p:nvPr/>
        </p:nvSpPr>
        <p:spPr>
          <a:xfrm>
            <a:off x="121394" y="397354"/>
            <a:ext cx="12192000" cy="973591"/>
          </a:xfrm>
          <a:prstGeom prst="rect">
            <a:avLst/>
          </a:prstGeom>
          <a:noFill/>
          <a:ln>
            <a:noFill/>
          </a:ln>
        </p:spPr>
        <p:txBody>
          <a:bodyPr lIns="68569" tIns="68569" rIns="68569" bIns="68569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matic SC"/>
              <a:buNone/>
              <a:defRPr sz="7200" b="0" i="0" u="none" strike="noStrike" cap="none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matic SC"/>
              <a:buNone/>
              <a:tabLst/>
              <a:defRPr/>
            </a:pPr>
            <a:r>
              <a:rPr kumimoji="0" lang="e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Amatic SC"/>
              </a:rPr>
              <a:t>CẤU TRÚC KHÓA LUẬN TỐT NGHIỆP (5 </a:t>
            </a:r>
            <a:r>
              <a:rPr kumimoji="0" lang="en" sz="3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Amatic SC"/>
              </a:rPr>
              <a:t>chương</a:t>
            </a:r>
            <a:r>
              <a:rPr kumimoji="0" lang="e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Amatic SC"/>
              </a:rPr>
              <a:t>)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7063488-8BEE-D64A-08C0-590D80684D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5572339"/>
              </p:ext>
            </p:extLst>
          </p:nvPr>
        </p:nvGraphicFramePr>
        <p:xfrm>
          <a:off x="1187050" y="1370945"/>
          <a:ext cx="10536863" cy="48305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6845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A3448-AA04-E346-EC4C-7617A5F3E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9;p18">
            <a:extLst>
              <a:ext uri="{FF2B5EF4-FFF2-40B4-BE49-F238E27FC236}">
                <a16:creationId xmlns:a16="http://schemas.microsoft.com/office/drawing/2014/main" id="{43D28D66-558C-9D04-79A8-C5505BAE5355}"/>
              </a:ext>
            </a:extLst>
          </p:cNvPr>
          <p:cNvSpPr txBox="1">
            <a:spLocks/>
          </p:cNvSpPr>
          <p:nvPr/>
        </p:nvSpPr>
        <p:spPr>
          <a:xfrm>
            <a:off x="3441852" y="2939590"/>
            <a:ext cx="3968775" cy="86985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6000" dirty="0">
              <a:solidFill>
                <a:srgbClr val="0070C0"/>
              </a:solidFill>
            </a:endParaRPr>
          </a:p>
        </p:txBody>
      </p:sp>
      <p:sp>
        <p:nvSpPr>
          <p:cNvPr id="3" name="Shape 1813">
            <a:extLst>
              <a:ext uri="{FF2B5EF4-FFF2-40B4-BE49-F238E27FC236}">
                <a16:creationId xmlns:a16="http://schemas.microsoft.com/office/drawing/2014/main" id="{DB5B5A8D-226B-8791-6ECD-C48BE8137765}"/>
              </a:ext>
            </a:extLst>
          </p:cNvPr>
          <p:cNvSpPr txBox="1">
            <a:spLocks/>
          </p:cNvSpPr>
          <p:nvPr/>
        </p:nvSpPr>
        <p:spPr>
          <a:xfrm>
            <a:off x="121394" y="527982"/>
            <a:ext cx="12192000" cy="973591"/>
          </a:xfrm>
          <a:prstGeom prst="rect">
            <a:avLst/>
          </a:prstGeom>
          <a:noFill/>
          <a:ln>
            <a:noFill/>
          </a:ln>
        </p:spPr>
        <p:txBody>
          <a:bodyPr lIns="68569" tIns="68569" rIns="68569" bIns="68569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matic SC"/>
              <a:buNone/>
              <a:defRPr sz="7200" b="0" i="0" u="none" strike="noStrike" cap="none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algn="ctr">
              <a:spcBef>
                <a:spcPts val="0"/>
              </a:spcBef>
              <a:buClr>
                <a:srgbClr val="FFFFFF"/>
              </a:buClr>
              <a:buSzPct val="100000"/>
              <a:buFont typeface="Amatic SC"/>
              <a:buNone/>
              <a:defRPr sz="7200" b="0">
                <a:solidFill>
                  <a:srgbClr val="FFFFFF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matic SC"/>
              <a:buNone/>
              <a:tabLst/>
              <a:defRPr/>
            </a:pPr>
            <a:r>
              <a:rPr kumimoji="0" lang="e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Amatic SC"/>
              </a:rPr>
              <a:t>GỢI </a:t>
            </a:r>
            <a:r>
              <a:rPr kumimoji="0" lang="en" sz="3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Amatic SC"/>
              </a:rPr>
              <a:t>Ý</a:t>
            </a:r>
            <a:r>
              <a:rPr kumimoji="0" lang="e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Amatic SC"/>
              </a:rPr>
              <a:t> TRÌNH BÀY KHÓA LUẬN TỐT NGHIỆP (5 </a:t>
            </a:r>
            <a:r>
              <a:rPr kumimoji="0" lang="en" sz="3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Amatic SC"/>
              </a:rPr>
              <a:t>chương</a:t>
            </a:r>
            <a:r>
              <a:rPr kumimoji="0" lang="e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Amatic SC"/>
              </a:rPr>
              <a:t>)</a:t>
            </a:r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7C064007-247C-785F-2454-8E7716D04DC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752718" y="1919316"/>
            <a:ext cx="5098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828622EA-A222-4BEE-C5E8-2D1EFE9EE0A8}"/>
              </a:ext>
            </a:extLst>
          </p:cNvPr>
          <p:cNvGrpSpPr>
            <a:grpSpLocks/>
          </p:cNvGrpSpPr>
          <p:nvPr/>
        </p:nvGrpSpPr>
        <p:grpSpPr bwMode="auto">
          <a:xfrm>
            <a:off x="1675077" y="1779056"/>
            <a:ext cx="740444" cy="439698"/>
            <a:chOff x="1110" y="2656"/>
            <a:chExt cx="1549" cy="1351"/>
          </a:xfrm>
        </p:grpSpPr>
        <p:sp>
          <p:nvSpPr>
            <p:cNvPr id="7" name="AutoShape 4">
              <a:extLst>
                <a:ext uri="{FF2B5EF4-FFF2-40B4-BE49-F238E27FC236}">
                  <a16:creationId xmlns:a16="http://schemas.microsoft.com/office/drawing/2014/main" id="{EBB9DB85-B93C-51D2-EBC4-F1BA5B2716F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AutoShape 5">
              <a:extLst>
                <a:ext uri="{FF2B5EF4-FFF2-40B4-BE49-F238E27FC236}">
                  <a16:creationId xmlns:a16="http://schemas.microsoft.com/office/drawing/2014/main" id="{199F530A-97BF-A958-F43C-7E67032E3A0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AutoShape 6">
              <a:extLst>
                <a:ext uri="{FF2B5EF4-FFF2-40B4-BE49-F238E27FC236}">
                  <a16:creationId xmlns:a16="http://schemas.microsoft.com/office/drawing/2014/main" id="{EA1116EC-23DC-0E9C-2099-098BC5B9794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98" y="2736"/>
              <a:ext cx="1351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Group 7">
            <a:extLst>
              <a:ext uri="{FF2B5EF4-FFF2-40B4-BE49-F238E27FC236}">
                <a16:creationId xmlns:a16="http://schemas.microsoft.com/office/drawing/2014/main" id="{D6B842DB-0DF7-D943-60B0-7583B06A8BAB}"/>
              </a:ext>
            </a:extLst>
          </p:cNvPr>
          <p:cNvGrpSpPr>
            <a:grpSpLocks/>
          </p:cNvGrpSpPr>
          <p:nvPr/>
        </p:nvGrpSpPr>
        <p:grpSpPr bwMode="auto">
          <a:xfrm>
            <a:off x="1676664" y="2385481"/>
            <a:ext cx="742929" cy="439698"/>
            <a:chOff x="3174" y="2656"/>
            <a:chExt cx="1549" cy="1351"/>
          </a:xfrm>
        </p:grpSpPr>
        <p:sp>
          <p:nvSpPr>
            <p:cNvPr id="11" name="AutoShape 8">
              <a:extLst>
                <a:ext uri="{FF2B5EF4-FFF2-40B4-BE49-F238E27FC236}">
                  <a16:creationId xmlns:a16="http://schemas.microsoft.com/office/drawing/2014/main" id="{F88A101F-C56D-6F92-CD84-261ED8EE5CD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AutoShape 9">
              <a:extLst>
                <a:ext uri="{FF2B5EF4-FFF2-40B4-BE49-F238E27FC236}">
                  <a16:creationId xmlns:a16="http://schemas.microsoft.com/office/drawing/2014/main" id="{BF64E1FF-4627-54B9-C9A7-EC5A86D83DF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AutoShape 10">
              <a:extLst>
                <a:ext uri="{FF2B5EF4-FFF2-40B4-BE49-F238E27FC236}">
                  <a16:creationId xmlns:a16="http://schemas.microsoft.com/office/drawing/2014/main" id="{3C04E701-80CA-DEB3-1ED6-56D263EAF01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62" y="2736"/>
              <a:ext cx="1352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Line 11">
            <a:extLst>
              <a:ext uri="{FF2B5EF4-FFF2-40B4-BE49-F238E27FC236}">
                <a16:creationId xmlns:a16="http://schemas.microsoft.com/office/drawing/2014/main" id="{19BD4A90-3193-455B-9732-B33B66AD4E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3040" y="2159960"/>
            <a:ext cx="4507695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966EF166-381A-7A2F-632D-BD84E158F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4183" y="1760076"/>
            <a:ext cx="355321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A9FE09E3-30C7-C6CE-EAA7-D04887A0926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752718" y="1852081"/>
            <a:ext cx="5098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7C8AA9B5-2DA7-8330-1498-E809FE230AA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3040" y="2756954"/>
            <a:ext cx="4507695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B7971D55-21AC-428E-93B0-3CE5E6F2061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762243" y="2406118"/>
            <a:ext cx="5098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19" name="Group 17">
            <a:extLst>
              <a:ext uri="{FF2B5EF4-FFF2-40B4-BE49-F238E27FC236}">
                <a16:creationId xmlns:a16="http://schemas.microsoft.com/office/drawing/2014/main" id="{8919E212-15DD-1216-15FF-72B1CDDA8B45}"/>
              </a:ext>
            </a:extLst>
          </p:cNvPr>
          <p:cNvGrpSpPr>
            <a:grpSpLocks/>
          </p:cNvGrpSpPr>
          <p:nvPr/>
        </p:nvGrpSpPr>
        <p:grpSpPr bwMode="auto">
          <a:xfrm>
            <a:off x="1676664" y="2960156"/>
            <a:ext cx="742929" cy="439698"/>
            <a:chOff x="1110" y="2656"/>
            <a:chExt cx="1549" cy="1351"/>
          </a:xfrm>
        </p:grpSpPr>
        <p:sp>
          <p:nvSpPr>
            <p:cNvPr id="20" name="AutoShape 18">
              <a:extLst>
                <a:ext uri="{FF2B5EF4-FFF2-40B4-BE49-F238E27FC236}">
                  <a16:creationId xmlns:a16="http://schemas.microsoft.com/office/drawing/2014/main" id="{FCC553D1-96FC-83A4-F050-E2FA8D49FFB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AutoShape 19">
              <a:extLst>
                <a:ext uri="{FF2B5EF4-FFF2-40B4-BE49-F238E27FC236}">
                  <a16:creationId xmlns:a16="http://schemas.microsoft.com/office/drawing/2014/main" id="{8C924E02-740E-D7ED-F5FA-8FF4D34888D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AutoShape 20">
              <a:extLst>
                <a:ext uri="{FF2B5EF4-FFF2-40B4-BE49-F238E27FC236}">
                  <a16:creationId xmlns:a16="http://schemas.microsoft.com/office/drawing/2014/main" id="{38B280B8-1256-B427-0A15-C3291FB2448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98" y="2736"/>
              <a:ext cx="1352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Group 21">
            <a:extLst>
              <a:ext uri="{FF2B5EF4-FFF2-40B4-BE49-F238E27FC236}">
                <a16:creationId xmlns:a16="http://schemas.microsoft.com/office/drawing/2014/main" id="{6EC0D7C0-54E0-DB70-8B0A-7BE6791CEDB0}"/>
              </a:ext>
            </a:extLst>
          </p:cNvPr>
          <p:cNvGrpSpPr>
            <a:grpSpLocks/>
          </p:cNvGrpSpPr>
          <p:nvPr/>
        </p:nvGrpSpPr>
        <p:grpSpPr bwMode="auto">
          <a:xfrm>
            <a:off x="1668727" y="3503081"/>
            <a:ext cx="740444" cy="439698"/>
            <a:chOff x="3174" y="2656"/>
            <a:chExt cx="1549" cy="1351"/>
          </a:xfrm>
        </p:grpSpPr>
        <p:sp>
          <p:nvSpPr>
            <p:cNvPr id="24" name="AutoShape 22">
              <a:extLst>
                <a:ext uri="{FF2B5EF4-FFF2-40B4-BE49-F238E27FC236}">
                  <a16:creationId xmlns:a16="http://schemas.microsoft.com/office/drawing/2014/main" id="{794207C7-C1F6-A929-78BF-9281C4CD04D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AutoShape 23">
              <a:extLst>
                <a:ext uri="{FF2B5EF4-FFF2-40B4-BE49-F238E27FC236}">
                  <a16:creationId xmlns:a16="http://schemas.microsoft.com/office/drawing/2014/main" id="{CBB99EC8-8CDC-98D3-4B4A-EAB73B68DF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AutoShape 24">
              <a:extLst>
                <a:ext uri="{FF2B5EF4-FFF2-40B4-BE49-F238E27FC236}">
                  <a16:creationId xmlns:a16="http://schemas.microsoft.com/office/drawing/2014/main" id="{13083E3E-B01F-F9DE-E44D-CCC2BA6A418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62" y="2736"/>
              <a:ext cx="1351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Line 25">
            <a:extLst>
              <a:ext uri="{FF2B5EF4-FFF2-40B4-BE49-F238E27FC236}">
                <a16:creationId xmlns:a16="http://schemas.microsoft.com/office/drawing/2014/main" id="{B3E9AA43-F02C-6882-DB77-2930566E53E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3040" y="3362538"/>
            <a:ext cx="4507695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535BA3CA-B346-C2D1-BEF7-1886CCD90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0430" y="2320945"/>
            <a:ext cx="389694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18CE3A77-9B90-FC0F-B2D2-A1D73C6AD47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754305" y="2963331"/>
            <a:ext cx="5098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1A0CFB0C-4EAF-0C67-6C4B-8C6F91AEF0F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3040" y="4001554"/>
            <a:ext cx="4507695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31" name="Text Box 29">
            <a:extLst>
              <a:ext uri="{FF2B5EF4-FFF2-40B4-BE49-F238E27FC236}">
                <a16:creationId xmlns:a16="http://schemas.microsoft.com/office/drawing/2014/main" id="{E5601D55-748F-4FAA-DCB2-FEB4D8289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5887" y="3575797"/>
            <a:ext cx="505608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D3A6919C-20AF-2E46-5560-97634E90BA2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730493" y="3520543"/>
            <a:ext cx="5098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grpSp>
        <p:nvGrpSpPr>
          <p:cNvPr id="33" name="Group 3">
            <a:extLst>
              <a:ext uri="{FF2B5EF4-FFF2-40B4-BE49-F238E27FC236}">
                <a16:creationId xmlns:a16="http://schemas.microsoft.com/office/drawing/2014/main" id="{A1DFF597-BCBA-67E3-9052-775C10D8040F}"/>
              </a:ext>
            </a:extLst>
          </p:cNvPr>
          <p:cNvGrpSpPr>
            <a:grpSpLocks/>
          </p:cNvGrpSpPr>
          <p:nvPr/>
        </p:nvGrpSpPr>
        <p:grpSpPr bwMode="auto">
          <a:xfrm>
            <a:off x="1663964" y="4150781"/>
            <a:ext cx="740444" cy="439698"/>
            <a:chOff x="1110" y="2656"/>
            <a:chExt cx="1549" cy="1351"/>
          </a:xfrm>
        </p:grpSpPr>
        <p:sp>
          <p:nvSpPr>
            <p:cNvPr id="34" name="AutoShape 4">
              <a:extLst>
                <a:ext uri="{FF2B5EF4-FFF2-40B4-BE49-F238E27FC236}">
                  <a16:creationId xmlns:a16="http://schemas.microsoft.com/office/drawing/2014/main" id="{77FD34FB-89F9-8D8A-1F24-1EEE190A633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AutoShape 5">
              <a:extLst>
                <a:ext uri="{FF2B5EF4-FFF2-40B4-BE49-F238E27FC236}">
                  <a16:creationId xmlns:a16="http://schemas.microsoft.com/office/drawing/2014/main" id="{8FEF4572-6B87-EC2A-D9D1-49F7197A327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AutoShape 6">
              <a:extLst>
                <a:ext uri="{FF2B5EF4-FFF2-40B4-BE49-F238E27FC236}">
                  <a16:creationId xmlns:a16="http://schemas.microsoft.com/office/drawing/2014/main" id="{D4EABC5D-EEAA-F644-1545-6AE1301DC4E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98" y="2736"/>
              <a:ext cx="1351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Line 11">
            <a:extLst>
              <a:ext uri="{FF2B5EF4-FFF2-40B4-BE49-F238E27FC236}">
                <a16:creationId xmlns:a16="http://schemas.microsoft.com/office/drawing/2014/main" id="{447C60FC-0CB2-7B5C-E711-18EB0C25F1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0900" y="4613675"/>
            <a:ext cx="4507695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38" name="Text Box 13">
            <a:extLst>
              <a:ext uri="{FF2B5EF4-FFF2-40B4-BE49-F238E27FC236}">
                <a16:creationId xmlns:a16="http://schemas.microsoft.com/office/drawing/2014/main" id="{8FCD857D-CC87-294E-2979-96585F7E3A2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730493" y="4195231"/>
            <a:ext cx="5098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grpSp>
        <p:nvGrpSpPr>
          <p:cNvPr id="39" name="Group 21">
            <a:extLst>
              <a:ext uri="{FF2B5EF4-FFF2-40B4-BE49-F238E27FC236}">
                <a16:creationId xmlns:a16="http://schemas.microsoft.com/office/drawing/2014/main" id="{BDE6D6E6-ACE4-744C-64FE-E2CC74A9D195}"/>
              </a:ext>
            </a:extLst>
          </p:cNvPr>
          <p:cNvGrpSpPr>
            <a:grpSpLocks/>
          </p:cNvGrpSpPr>
          <p:nvPr/>
        </p:nvGrpSpPr>
        <p:grpSpPr bwMode="auto">
          <a:xfrm>
            <a:off x="1681427" y="4822293"/>
            <a:ext cx="740444" cy="439698"/>
            <a:chOff x="3174" y="2656"/>
            <a:chExt cx="1549" cy="1351"/>
          </a:xfrm>
        </p:grpSpPr>
        <p:sp>
          <p:nvSpPr>
            <p:cNvPr id="40" name="AutoShape 22">
              <a:extLst>
                <a:ext uri="{FF2B5EF4-FFF2-40B4-BE49-F238E27FC236}">
                  <a16:creationId xmlns:a16="http://schemas.microsoft.com/office/drawing/2014/main" id="{883EDE97-7E6F-57C6-5220-19EA8F822DF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AutoShape 23">
              <a:extLst>
                <a:ext uri="{FF2B5EF4-FFF2-40B4-BE49-F238E27FC236}">
                  <a16:creationId xmlns:a16="http://schemas.microsoft.com/office/drawing/2014/main" id="{35267F19-79BF-915C-3567-F4F726A6A5A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AutoShape 24">
              <a:extLst>
                <a:ext uri="{FF2B5EF4-FFF2-40B4-BE49-F238E27FC236}">
                  <a16:creationId xmlns:a16="http://schemas.microsoft.com/office/drawing/2014/main" id="{7B659550-3297-3D79-8563-73454AB2C74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62" y="2736"/>
              <a:ext cx="1351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Line 28">
            <a:extLst>
              <a:ext uri="{FF2B5EF4-FFF2-40B4-BE49-F238E27FC236}">
                <a16:creationId xmlns:a16="http://schemas.microsoft.com/office/drawing/2014/main" id="{9ED0A8BF-E9FE-BA43-2FB8-40B79AE1AB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0900" y="5266138"/>
            <a:ext cx="4507695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44" name="Text Box 29">
            <a:extLst>
              <a:ext uri="{FF2B5EF4-FFF2-40B4-BE49-F238E27FC236}">
                <a16:creationId xmlns:a16="http://schemas.microsoft.com/office/drawing/2014/main" id="{350525C7-0976-CC23-98A9-B88950DD4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0429" y="4172469"/>
            <a:ext cx="6285599" cy="43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5" name="Text Box 30">
            <a:extLst>
              <a:ext uri="{FF2B5EF4-FFF2-40B4-BE49-F238E27FC236}">
                <a16:creationId xmlns:a16="http://schemas.microsoft.com/office/drawing/2014/main" id="{D1D97DE5-FBBC-3ECA-EE7A-3E140ACF4F6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762243" y="4841343"/>
            <a:ext cx="5098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pSp>
        <p:nvGrpSpPr>
          <p:cNvPr id="46" name="Group 3">
            <a:extLst>
              <a:ext uri="{FF2B5EF4-FFF2-40B4-BE49-F238E27FC236}">
                <a16:creationId xmlns:a16="http://schemas.microsoft.com/office/drawing/2014/main" id="{C4BCD538-59D1-12BA-25ED-EC471167007A}"/>
              </a:ext>
            </a:extLst>
          </p:cNvPr>
          <p:cNvGrpSpPr>
            <a:grpSpLocks/>
          </p:cNvGrpSpPr>
          <p:nvPr/>
        </p:nvGrpSpPr>
        <p:grpSpPr bwMode="auto">
          <a:xfrm>
            <a:off x="1668633" y="5401637"/>
            <a:ext cx="742929" cy="439698"/>
            <a:chOff x="1110" y="2656"/>
            <a:chExt cx="1549" cy="1351"/>
          </a:xfrm>
        </p:grpSpPr>
        <p:sp>
          <p:nvSpPr>
            <p:cNvPr id="47" name="AutoShape 4">
              <a:extLst>
                <a:ext uri="{FF2B5EF4-FFF2-40B4-BE49-F238E27FC236}">
                  <a16:creationId xmlns:a16="http://schemas.microsoft.com/office/drawing/2014/main" id="{98732600-7322-937F-1822-F50025025E4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AutoShape 5">
              <a:extLst>
                <a:ext uri="{FF2B5EF4-FFF2-40B4-BE49-F238E27FC236}">
                  <a16:creationId xmlns:a16="http://schemas.microsoft.com/office/drawing/2014/main" id="{6800D21E-86FE-EA14-82D3-78CF28407FF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AutoShape 6">
              <a:extLst>
                <a:ext uri="{FF2B5EF4-FFF2-40B4-BE49-F238E27FC236}">
                  <a16:creationId xmlns:a16="http://schemas.microsoft.com/office/drawing/2014/main" id="{401116E2-5EF2-F8C4-F0FC-656F7602F5E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98" y="2736"/>
              <a:ext cx="1352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Line 11">
            <a:extLst>
              <a:ext uri="{FF2B5EF4-FFF2-40B4-BE49-F238E27FC236}">
                <a16:creationId xmlns:a16="http://schemas.microsoft.com/office/drawing/2014/main" id="{65720E9D-03EF-9C14-7E9D-A54B34EEBEE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0263" y="5877979"/>
            <a:ext cx="4507695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00"/>
          </a:p>
        </p:txBody>
      </p:sp>
      <p:sp>
        <p:nvSpPr>
          <p:cNvPr id="51" name="Text Box 12">
            <a:extLst>
              <a:ext uri="{FF2B5EF4-FFF2-40B4-BE49-F238E27FC236}">
                <a16:creationId xmlns:a16="http://schemas.microsoft.com/office/drawing/2014/main" id="{3062462D-50D8-B8DB-A260-4D3422224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800" y="4764557"/>
            <a:ext cx="450769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Box 13">
            <a:extLst>
              <a:ext uri="{FF2B5EF4-FFF2-40B4-BE49-F238E27FC236}">
                <a16:creationId xmlns:a16="http://schemas.microsoft.com/office/drawing/2014/main" id="{0E4B78CD-A86C-3890-3250-5B945FA9960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714618" y="5439831"/>
            <a:ext cx="5098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53" name="Text Box 29">
            <a:extLst>
              <a:ext uri="{FF2B5EF4-FFF2-40B4-BE49-F238E27FC236}">
                <a16:creationId xmlns:a16="http://schemas.microsoft.com/office/drawing/2014/main" id="{2B3677B1-C18A-3F55-51E0-8A6FC7977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0265" y="5417071"/>
            <a:ext cx="774686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Box 12">
            <a:extLst>
              <a:ext uri="{FF2B5EF4-FFF2-40B4-BE49-F238E27FC236}">
                <a16:creationId xmlns:a16="http://schemas.microsoft.com/office/drawing/2014/main" id="{599B25C9-A2BB-18CD-F9EE-027B0518B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4183" y="2917938"/>
            <a:ext cx="645691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373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C5C43-FE6E-F163-79DC-D4BAB8BC2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18B4F9C-C4E7-E010-06C2-65C6D46FD871}"/>
              </a:ext>
            </a:extLst>
          </p:cNvPr>
          <p:cNvSpPr txBox="1">
            <a:spLocks/>
          </p:cNvSpPr>
          <p:nvPr/>
        </p:nvSpPr>
        <p:spPr>
          <a:xfrm>
            <a:off x="281837" y="877667"/>
            <a:ext cx="11910163" cy="168883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600" b="1" dirty="0">
                <a:latin typeface="Times New Roman" panose="02020603050405020304" pitchFamily="18" charset="0"/>
                <a:cs typeface="Times New Roman" pitchFamily="18" charset="0"/>
              </a:rPr>
              <a:t>EM XIN TRÂN TRỌNG CÁM ƠN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600" b="1" dirty="0">
                <a:latin typeface="Times New Roman" panose="02020603050405020304" pitchFamily="18" charset="0"/>
                <a:cs typeface="Times New Roman" pitchFamily="18" charset="0"/>
              </a:rPr>
              <a:t>SỰ LẮNG NGHE CỦA QUÝ HỘI ĐỒNG VÀ CÁC BẠN!</a:t>
            </a:r>
          </a:p>
          <a:p>
            <a:pPr lvl="2">
              <a:lnSpc>
                <a:spcPct val="150000"/>
              </a:lnSpc>
            </a:pPr>
            <a:endParaRPr lang="vi-VN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5" name="Picture 2" descr="Rosanna Rossi Design - Flower Bouquet Thank You Card #RCS013">
            <a:extLst>
              <a:ext uri="{FF2B5EF4-FFF2-40B4-BE49-F238E27FC236}">
                <a16:creationId xmlns:a16="http://schemas.microsoft.com/office/drawing/2014/main" id="{A993B3FD-75D8-662D-0335-F0DA1CB7A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842" y="2348841"/>
            <a:ext cx="2986315" cy="428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4519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7;p29">
            <a:extLst>
              <a:ext uri="{FF2B5EF4-FFF2-40B4-BE49-F238E27FC236}">
                <a16:creationId xmlns:a16="http://schemas.microsoft.com/office/drawing/2014/main" id="{08014618-201B-5B3E-3CB7-9644094B7545}"/>
              </a:ext>
            </a:extLst>
          </p:cNvPr>
          <p:cNvSpPr txBox="1">
            <a:spLocks/>
          </p:cNvSpPr>
          <p:nvPr/>
        </p:nvSpPr>
        <p:spPr>
          <a:xfrm>
            <a:off x="3382090" y="2589755"/>
            <a:ext cx="4740750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C000"/>
                </a:solidFill>
              </a:rPr>
              <a:t>LET’S REVIEW SOME CONCEPTS</a:t>
            </a:r>
          </a:p>
        </p:txBody>
      </p:sp>
      <p:sp>
        <p:nvSpPr>
          <p:cNvPr id="6" name="Google Shape;318;p29">
            <a:extLst>
              <a:ext uri="{FF2B5EF4-FFF2-40B4-BE49-F238E27FC236}">
                <a16:creationId xmlns:a16="http://schemas.microsoft.com/office/drawing/2014/main" id="{1E8BCE5A-03F9-4645-2850-5B29C0A20229}"/>
              </a:ext>
            </a:extLst>
          </p:cNvPr>
          <p:cNvSpPr txBox="1">
            <a:spLocks/>
          </p:cNvSpPr>
          <p:nvPr/>
        </p:nvSpPr>
        <p:spPr>
          <a:xfrm>
            <a:off x="3382090" y="3100280"/>
            <a:ext cx="1528200" cy="111577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F72B6"/>
                </a:solidFill>
              </a:rPr>
              <a:t>Yellow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F72B6"/>
                </a:solidFill>
              </a:rPr>
              <a:t>Is the color of gold, butter and ripe lemons. In the spectrum of visible light, yellow is found between green and orange.</a:t>
            </a:r>
          </a:p>
        </p:txBody>
      </p:sp>
      <p:sp>
        <p:nvSpPr>
          <p:cNvPr id="7" name="Google Shape;319;p29">
            <a:extLst>
              <a:ext uri="{FF2B5EF4-FFF2-40B4-BE49-F238E27FC236}">
                <a16:creationId xmlns:a16="http://schemas.microsoft.com/office/drawing/2014/main" id="{B7C8EABF-F432-9233-6BB6-81D1A8A995F8}"/>
              </a:ext>
            </a:extLst>
          </p:cNvPr>
          <p:cNvSpPr txBox="1">
            <a:spLocks/>
          </p:cNvSpPr>
          <p:nvPr/>
        </p:nvSpPr>
        <p:spPr>
          <a:xfrm>
            <a:off x="4988477" y="3100280"/>
            <a:ext cx="1528200" cy="111577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1F72B6"/>
                </a:solidFill>
              </a:rPr>
              <a:t>Blue</a:t>
            </a:r>
          </a:p>
          <a:p>
            <a:pPr marL="0" indent="0">
              <a:buNone/>
            </a:pPr>
            <a:r>
              <a:rPr lang="en-US" sz="900">
                <a:solidFill>
                  <a:srgbClr val="1F72B6"/>
                </a:solidFill>
              </a:rPr>
              <a:t>Is the colour of the clear sky and the deep sea. It is located between violet and green on the optical spectrum.</a:t>
            </a:r>
          </a:p>
        </p:txBody>
      </p:sp>
      <p:sp>
        <p:nvSpPr>
          <p:cNvPr id="8" name="Google Shape;320;p29">
            <a:extLst>
              <a:ext uri="{FF2B5EF4-FFF2-40B4-BE49-F238E27FC236}">
                <a16:creationId xmlns:a16="http://schemas.microsoft.com/office/drawing/2014/main" id="{8E1F725D-25A5-E0A7-C0B8-D24A84B5675A}"/>
              </a:ext>
            </a:extLst>
          </p:cNvPr>
          <p:cNvSpPr txBox="1">
            <a:spLocks/>
          </p:cNvSpPr>
          <p:nvPr/>
        </p:nvSpPr>
        <p:spPr>
          <a:xfrm>
            <a:off x="6594865" y="3100280"/>
            <a:ext cx="1528200" cy="111577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1F72B6"/>
                </a:solidFill>
              </a:rPr>
              <a:t>Red</a:t>
            </a:r>
          </a:p>
          <a:p>
            <a:pPr marL="0" indent="0">
              <a:buNone/>
            </a:pPr>
            <a:r>
              <a:rPr lang="en-US" sz="900">
                <a:solidFill>
                  <a:srgbClr val="1F72B6"/>
                </a:solidFill>
              </a:rPr>
              <a:t>Is the color of blood, and because of this it has historically been associated with sacrifice, danger and courage. </a:t>
            </a:r>
          </a:p>
          <a:p>
            <a:pPr marL="0" indent="0">
              <a:buNone/>
            </a:pPr>
            <a:endParaRPr lang="en-US" sz="900">
              <a:solidFill>
                <a:srgbClr val="1F72B6"/>
              </a:solidFill>
            </a:endParaRPr>
          </a:p>
        </p:txBody>
      </p:sp>
      <p:sp>
        <p:nvSpPr>
          <p:cNvPr id="9" name="Google Shape;321;p29">
            <a:extLst>
              <a:ext uri="{FF2B5EF4-FFF2-40B4-BE49-F238E27FC236}">
                <a16:creationId xmlns:a16="http://schemas.microsoft.com/office/drawing/2014/main" id="{0EE1DC0C-9197-5127-A1E0-71128C0F65B6}"/>
              </a:ext>
            </a:extLst>
          </p:cNvPr>
          <p:cNvSpPr txBox="1">
            <a:spLocks/>
          </p:cNvSpPr>
          <p:nvPr/>
        </p:nvSpPr>
        <p:spPr>
          <a:xfrm>
            <a:off x="3382090" y="4128980"/>
            <a:ext cx="1528200" cy="111577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1F72B6"/>
                </a:solidFill>
              </a:rPr>
              <a:t>Yellow</a:t>
            </a:r>
          </a:p>
          <a:p>
            <a:pPr marL="0" indent="0">
              <a:buNone/>
            </a:pPr>
            <a:r>
              <a:rPr lang="en-US" sz="900">
                <a:solidFill>
                  <a:srgbClr val="1F72B6"/>
                </a:solidFill>
              </a:rPr>
              <a:t>Is the color of gold, butter and ripe lemons. In the spectrum of visible light, yellow is found between green and orange.</a:t>
            </a:r>
          </a:p>
        </p:txBody>
      </p:sp>
      <p:sp>
        <p:nvSpPr>
          <p:cNvPr id="10" name="Google Shape;322;p29">
            <a:extLst>
              <a:ext uri="{FF2B5EF4-FFF2-40B4-BE49-F238E27FC236}">
                <a16:creationId xmlns:a16="http://schemas.microsoft.com/office/drawing/2014/main" id="{B4B201C5-BA9A-AF2F-D90F-C398593DDB0F}"/>
              </a:ext>
            </a:extLst>
          </p:cNvPr>
          <p:cNvSpPr txBox="1">
            <a:spLocks/>
          </p:cNvSpPr>
          <p:nvPr/>
        </p:nvSpPr>
        <p:spPr>
          <a:xfrm>
            <a:off x="4988477" y="4128980"/>
            <a:ext cx="1528200" cy="111577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1F72B6"/>
                </a:solidFill>
              </a:rPr>
              <a:t>Blue</a:t>
            </a:r>
          </a:p>
          <a:p>
            <a:pPr marL="0" indent="0">
              <a:buNone/>
            </a:pPr>
            <a:r>
              <a:rPr lang="en-US" sz="900">
                <a:solidFill>
                  <a:srgbClr val="1F72B6"/>
                </a:solidFill>
              </a:rPr>
              <a:t>Is the colour of the clear sky and the deep sea. It is located between violet and green on the optical spectrum.</a:t>
            </a:r>
          </a:p>
        </p:txBody>
      </p:sp>
      <p:sp>
        <p:nvSpPr>
          <p:cNvPr id="11" name="Google Shape;323;p29">
            <a:extLst>
              <a:ext uri="{FF2B5EF4-FFF2-40B4-BE49-F238E27FC236}">
                <a16:creationId xmlns:a16="http://schemas.microsoft.com/office/drawing/2014/main" id="{969AB768-6C04-07DD-D371-BACE76EA38B1}"/>
              </a:ext>
            </a:extLst>
          </p:cNvPr>
          <p:cNvSpPr txBox="1">
            <a:spLocks/>
          </p:cNvSpPr>
          <p:nvPr/>
        </p:nvSpPr>
        <p:spPr>
          <a:xfrm>
            <a:off x="6594865" y="4128980"/>
            <a:ext cx="1528200" cy="111577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1F72B6"/>
                </a:solidFill>
              </a:rPr>
              <a:t>Red</a:t>
            </a:r>
          </a:p>
          <a:p>
            <a:pPr marL="0" indent="0">
              <a:buNone/>
            </a:pPr>
            <a:r>
              <a:rPr lang="en-US" sz="900">
                <a:solidFill>
                  <a:srgbClr val="1F72B6"/>
                </a:solidFill>
              </a:rPr>
              <a:t>Is the color of blood, and because of this it has historically been associated with sacrifice, danger and courage. </a:t>
            </a:r>
          </a:p>
          <a:p>
            <a:pPr marL="0" indent="0">
              <a:buNone/>
            </a:pPr>
            <a:endParaRPr lang="en-US" sz="900">
              <a:solidFill>
                <a:srgbClr val="1F72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231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60;p23">
            <a:extLst>
              <a:ext uri="{FF2B5EF4-FFF2-40B4-BE49-F238E27FC236}">
                <a16:creationId xmlns:a16="http://schemas.microsoft.com/office/drawing/2014/main" id="{ED47425D-6654-4D31-4829-6A25C142E5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7034" y="3173738"/>
            <a:ext cx="4320225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/>
          <a:p>
            <a:r>
              <a:rPr lang="en" b="1" dirty="0">
                <a:solidFill>
                  <a:srgbClr val="1F72B6"/>
                </a:solidFill>
              </a:rPr>
              <a:t>USE CHARTS TO EXPLAIN YOUR IDEAS</a:t>
            </a:r>
            <a:endParaRPr b="1" dirty="0">
              <a:solidFill>
                <a:srgbClr val="1F72B6"/>
              </a:solidFill>
            </a:endParaRPr>
          </a:p>
        </p:txBody>
      </p:sp>
      <p:sp>
        <p:nvSpPr>
          <p:cNvPr id="8" name="Google Shape;261;p23">
            <a:extLst>
              <a:ext uri="{FF2B5EF4-FFF2-40B4-BE49-F238E27FC236}">
                <a16:creationId xmlns:a16="http://schemas.microsoft.com/office/drawing/2014/main" id="{DBFE4310-A4BA-29AB-B9B2-38CB3C161597}"/>
              </a:ext>
            </a:extLst>
          </p:cNvPr>
          <p:cNvSpPr/>
          <p:nvPr/>
        </p:nvSpPr>
        <p:spPr>
          <a:xfrm>
            <a:off x="3380074" y="3824998"/>
            <a:ext cx="1353600" cy="13536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White</a:t>
            </a:r>
            <a:endParaRPr sz="105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" name="Google Shape;262;p23">
            <a:extLst>
              <a:ext uri="{FF2B5EF4-FFF2-40B4-BE49-F238E27FC236}">
                <a16:creationId xmlns:a16="http://schemas.microsoft.com/office/drawing/2014/main" id="{B75B7339-C8B1-24D3-1260-63C004382C58}"/>
              </a:ext>
            </a:extLst>
          </p:cNvPr>
          <p:cNvSpPr/>
          <p:nvPr/>
        </p:nvSpPr>
        <p:spPr>
          <a:xfrm>
            <a:off x="5692633" y="3824998"/>
            <a:ext cx="1353600" cy="13536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</a:t>
            </a:r>
            <a:endParaRPr sz="105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" name="Google Shape;263;p23">
            <a:extLst>
              <a:ext uri="{FF2B5EF4-FFF2-40B4-BE49-F238E27FC236}">
                <a16:creationId xmlns:a16="http://schemas.microsoft.com/office/drawing/2014/main" id="{0485B064-458A-CD70-091D-4E0F00465E3D}"/>
              </a:ext>
            </a:extLst>
          </p:cNvPr>
          <p:cNvSpPr/>
          <p:nvPr/>
        </p:nvSpPr>
        <p:spPr>
          <a:xfrm>
            <a:off x="4536353" y="3824998"/>
            <a:ext cx="1353600" cy="1353600"/>
          </a:xfrm>
          <a:prstGeom prst="ellipse">
            <a:avLst/>
          </a:prstGeom>
          <a:noFill/>
          <a:ln w="152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Gray</a:t>
            </a:r>
            <a:endParaRPr sz="105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297756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08;p28">
            <a:extLst>
              <a:ext uri="{FF2B5EF4-FFF2-40B4-BE49-F238E27FC236}">
                <a16:creationId xmlns:a16="http://schemas.microsoft.com/office/drawing/2014/main" id="{255FDB83-E4A3-7709-F07F-09A39B0AB8B1}"/>
              </a:ext>
            </a:extLst>
          </p:cNvPr>
          <p:cNvSpPr txBox="1">
            <a:spLocks/>
          </p:cNvSpPr>
          <p:nvPr/>
        </p:nvSpPr>
        <p:spPr>
          <a:xfrm>
            <a:off x="3598679" y="2918476"/>
            <a:ext cx="4320225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OUR PROCESS IS EASY</a:t>
            </a:r>
          </a:p>
        </p:txBody>
      </p:sp>
      <p:sp>
        <p:nvSpPr>
          <p:cNvPr id="4" name="Google Shape;309;p28">
            <a:extLst>
              <a:ext uri="{FF2B5EF4-FFF2-40B4-BE49-F238E27FC236}">
                <a16:creationId xmlns:a16="http://schemas.microsoft.com/office/drawing/2014/main" id="{A3086CCE-ACD9-D11C-059B-FF71B6C37D9E}"/>
              </a:ext>
            </a:extLst>
          </p:cNvPr>
          <p:cNvSpPr/>
          <p:nvPr/>
        </p:nvSpPr>
        <p:spPr>
          <a:xfrm>
            <a:off x="3691109" y="3488117"/>
            <a:ext cx="1643625" cy="1389150"/>
          </a:xfrm>
          <a:prstGeom prst="homePlate">
            <a:avLst>
              <a:gd name="adj" fmla="val 3012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first</a:t>
            </a:r>
            <a:endParaRPr sz="10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" name="Google Shape;310;p28">
            <a:extLst>
              <a:ext uri="{FF2B5EF4-FFF2-40B4-BE49-F238E27FC236}">
                <a16:creationId xmlns:a16="http://schemas.microsoft.com/office/drawing/2014/main" id="{854F580D-0950-DF38-7ECC-EBE9F2E87A06}"/>
              </a:ext>
            </a:extLst>
          </p:cNvPr>
          <p:cNvSpPr/>
          <p:nvPr/>
        </p:nvSpPr>
        <p:spPr>
          <a:xfrm>
            <a:off x="5002284" y="3488117"/>
            <a:ext cx="1675350" cy="1389150"/>
          </a:xfrm>
          <a:prstGeom prst="chevron">
            <a:avLst>
              <a:gd name="adj" fmla="val 29853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second</a:t>
            </a:r>
            <a:endParaRPr sz="10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311;p28">
            <a:extLst>
              <a:ext uri="{FF2B5EF4-FFF2-40B4-BE49-F238E27FC236}">
                <a16:creationId xmlns:a16="http://schemas.microsoft.com/office/drawing/2014/main" id="{B5E54B95-F3C8-37A3-8AAF-2FBF6F88AFDF}"/>
              </a:ext>
            </a:extLst>
          </p:cNvPr>
          <p:cNvSpPr/>
          <p:nvPr/>
        </p:nvSpPr>
        <p:spPr>
          <a:xfrm>
            <a:off x="6345072" y="3488117"/>
            <a:ext cx="1675350" cy="1389150"/>
          </a:xfrm>
          <a:prstGeom prst="chevron">
            <a:avLst>
              <a:gd name="adj" fmla="val 29853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last</a:t>
            </a:r>
            <a:endParaRPr sz="10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614639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7;p33">
            <a:extLst>
              <a:ext uri="{FF2B5EF4-FFF2-40B4-BE49-F238E27FC236}">
                <a16:creationId xmlns:a16="http://schemas.microsoft.com/office/drawing/2014/main" id="{3BE537A3-6CCF-F3C2-61A0-E03D166B8C21}"/>
              </a:ext>
            </a:extLst>
          </p:cNvPr>
          <p:cNvSpPr txBox="1">
            <a:spLocks/>
          </p:cNvSpPr>
          <p:nvPr/>
        </p:nvSpPr>
        <p:spPr>
          <a:xfrm>
            <a:off x="2907206" y="1547112"/>
            <a:ext cx="2356425" cy="38576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DESKTOP</a:t>
            </a:r>
            <a:r>
              <a:rPr lang="en-US" sz="3600" dirty="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36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PROJECT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Show and explain your web, app or software projects using these gadget templates.</a:t>
            </a:r>
          </a:p>
        </p:txBody>
      </p:sp>
      <p:grpSp>
        <p:nvGrpSpPr>
          <p:cNvPr id="3" name="Google Shape;379;p33">
            <a:extLst>
              <a:ext uri="{FF2B5EF4-FFF2-40B4-BE49-F238E27FC236}">
                <a16:creationId xmlns:a16="http://schemas.microsoft.com/office/drawing/2014/main" id="{3175C13B-E763-759A-EEC1-30C6E32917B7}"/>
              </a:ext>
            </a:extLst>
          </p:cNvPr>
          <p:cNvGrpSpPr/>
          <p:nvPr/>
        </p:nvGrpSpPr>
        <p:grpSpPr>
          <a:xfrm>
            <a:off x="5545497" y="2477955"/>
            <a:ext cx="3406654" cy="1995918"/>
            <a:chOff x="1177450" y="241631"/>
            <a:chExt cx="6173152" cy="3616776"/>
          </a:xfrm>
        </p:grpSpPr>
        <p:sp>
          <p:nvSpPr>
            <p:cNvPr id="4" name="Google Shape;380;p33">
              <a:extLst>
                <a:ext uri="{FF2B5EF4-FFF2-40B4-BE49-F238E27FC236}">
                  <a16:creationId xmlns:a16="http://schemas.microsoft.com/office/drawing/2014/main" id="{27473E1A-5769-2EB8-8F3F-104C0EBB9BDF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135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381;p33">
              <a:extLst>
                <a:ext uri="{FF2B5EF4-FFF2-40B4-BE49-F238E27FC236}">
                  <a16:creationId xmlns:a16="http://schemas.microsoft.com/office/drawing/2014/main" id="{B1B3AADE-9B97-3BCB-30E4-8ED9B262F647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135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382;p33">
              <a:extLst>
                <a:ext uri="{FF2B5EF4-FFF2-40B4-BE49-F238E27FC236}">
                  <a16:creationId xmlns:a16="http://schemas.microsoft.com/office/drawing/2014/main" id="{6C9E18B5-F4DB-9A07-A908-4DBAC9148BE0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135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383;p33">
              <a:extLst>
                <a:ext uri="{FF2B5EF4-FFF2-40B4-BE49-F238E27FC236}">
                  <a16:creationId xmlns:a16="http://schemas.microsoft.com/office/drawing/2014/main" id="{69856A2E-81D3-38F2-725F-F69ADFEFAFB1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135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" name="Google Shape;384;p33">
            <a:extLst>
              <a:ext uri="{FF2B5EF4-FFF2-40B4-BE49-F238E27FC236}">
                <a16:creationId xmlns:a16="http://schemas.microsoft.com/office/drawing/2014/main" id="{E114EB00-CF77-897F-9406-FEC4C2B342F8}"/>
              </a:ext>
            </a:extLst>
          </p:cNvPr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25881" y="2587997"/>
            <a:ext cx="2647913" cy="16820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9351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17;p38">
            <a:extLst>
              <a:ext uri="{FF2B5EF4-FFF2-40B4-BE49-F238E27FC236}">
                <a16:creationId xmlns:a16="http://schemas.microsoft.com/office/drawing/2014/main" id="{A783BA1D-C21B-DA97-32E6-2237832C8A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60829" y="2270778"/>
            <a:ext cx="4320225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/>
          <a:p>
            <a:r>
              <a:rPr lang="en" dirty="0">
                <a:solidFill>
                  <a:srgbClr val="0070C0"/>
                </a:solidFill>
              </a:rPr>
              <a:t>TIMELINE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6" name="Google Shape;419;p38">
            <a:extLst>
              <a:ext uri="{FF2B5EF4-FFF2-40B4-BE49-F238E27FC236}">
                <a16:creationId xmlns:a16="http://schemas.microsoft.com/office/drawing/2014/main" id="{E293D776-0A22-469E-9478-E649FFFE8E6B}"/>
              </a:ext>
            </a:extLst>
          </p:cNvPr>
          <p:cNvSpPr/>
          <p:nvPr/>
        </p:nvSpPr>
        <p:spPr>
          <a:xfrm>
            <a:off x="8431876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DEC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" name="Google Shape;420;p38">
            <a:extLst>
              <a:ext uri="{FF2B5EF4-FFF2-40B4-BE49-F238E27FC236}">
                <a16:creationId xmlns:a16="http://schemas.microsoft.com/office/drawing/2014/main" id="{004274B3-2D31-141D-0E88-2F8D5AB9FD48}"/>
              </a:ext>
            </a:extLst>
          </p:cNvPr>
          <p:cNvSpPr/>
          <p:nvPr/>
        </p:nvSpPr>
        <p:spPr>
          <a:xfrm>
            <a:off x="7958628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NOV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" name="Google Shape;421;p38">
            <a:extLst>
              <a:ext uri="{FF2B5EF4-FFF2-40B4-BE49-F238E27FC236}">
                <a16:creationId xmlns:a16="http://schemas.microsoft.com/office/drawing/2014/main" id="{3EE7C743-7C14-CAF9-3857-6E90F35F2F5A}"/>
              </a:ext>
            </a:extLst>
          </p:cNvPr>
          <p:cNvSpPr/>
          <p:nvPr/>
        </p:nvSpPr>
        <p:spPr>
          <a:xfrm>
            <a:off x="7485379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OCT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" name="Google Shape;422;p38">
            <a:extLst>
              <a:ext uri="{FF2B5EF4-FFF2-40B4-BE49-F238E27FC236}">
                <a16:creationId xmlns:a16="http://schemas.microsoft.com/office/drawing/2014/main" id="{724E4D2B-5594-6EF5-5E50-F3DDCCB83525}"/>
              </a:ext>
            </a:extLst>
          </p:cNvPr>
          <p:cNvSpPr/>
          <p:nvPr/>
        </p:nvSpPr>
        <p:spPr>
          <a:xfrm>
            <a:off x="7012131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" name="Google Shape;423;p38">
            <a:extLst>
              <a:ext uri="{FF2B5EF4-FFF2-40B4-BE49-F238E27FC236}">
                <a16:creationId xmlns:a16="http://schemas.microsoft.com/office/drawing/2014/main" id="{C711BDAC-E94E-2DCA-517B-A1813BE26CFD}"/>
              </a:ext>
            </a:extLst>
          </p:cNvPr>
          <p:cNvSpPr/>
          <p:nvPr/>
        </p:nvSpPr>
        <p:spPr>
          <a:xfrm>
            <a:off x="6538882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AUG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" name="Google Shape;424;p38">
            <a:extLst>
              <a:ext uri="{FF2B5EF4-FFF2-40B4-BE49-F238E27FC236}">
                <a16:creationId xmlns:a16="http://schemas.microsoft.com/office/drawing/2014/main" id="{580476FE-153B-4509-041A-E7AB3C4B12D4}"/>
              </a:ext>
            </a:extLst>
          </p:cNvPr>
          <p:cNvSpPr/>
          <p:nvPr/>
        </p:nvSpPr>
        <p:spPr>
          <a:xfrm>
            <a:off x="6065634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JUL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" name="Google Shape;425;p38">
            <a:extLst>
              <a:ext uri="{FF2B5EF4-FFF2-40B4-BE49-F238E27FC236}">
                <a16:creationId xmlns:a16="http://schemas.microsoft.com/office/drawing/2014/main" id="{7FDD68F4-C51C-7BB2-2481-D9849B178C8B}"/>
              </a:ext>
            </a:extLst>
          </p:cNvPr>
          <p:cNvSpPr/>
          <p:nvPr/>
        </p:nvSpPr>
        <p:spPr>
          <a:xfrm>
            <a:off x="5592386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rgbClr val="FFC000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JUN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" name="Google Shape;426;p38">
            <a:extLst>
              <a:ext uri="{FF2B5EF4-FFF2-40B4-BE49-F238E27FC236}">
                <a16:creationId xmlns:a16="http://schemas.microsoft.com/office/drawing/2014/main" id="{EF73FFB4-3C16-35C3-7350-1B3691F7EF4C}"/>
              </a:ext>
            </a:extLst>
          </p:cNvPr>
          <p:cNvSpPr/>
          <p:nvPr/>
        </p:nvSpPr>
        <p:spPr>
          <a:xfrm>
            <a:off x="5119138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rgbClr val="FFC000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MAY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" name="Google Shape;427;p38">
            <a:extLst>
              <a:ext uri="{FF2B5EF4-FFF2-40B4-BE49-F238E27FC236}">
                <a16:creationId xmlns:a16="http://schemas.microsoft.com/office/drawing/2014/main" id="{B0AB49AC-4751-1B83-8AB9-ACE8275923C9}"/>
              </a:ext>
            </a:extLst>
          </p:cNvPr>
          <p:cNvSpPr/>
          <p:nvPr/>
        </p:nvSpPr>
        <p:spPr>
          <a:xfrm>
            <a:off x="4645889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rgbClr val="FFC000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APR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5" name="Google Shape;428;p38">
            <a:extLst>
              <a:ext uri="{FF2B5EF4-FFF2-40B4-BE49-F238E27FC236}">
                <a16:creationId xmlns:a16="http://schemas.microsoft.com/office/drawing/2014/main" id="{246888CF-57A3-C9C8-C258-CE1BF3D1CE0D}"/>
              </a:ext>
            </a:extLst>
          </p:cNvPr>
          <p:cNvSpPr/>
          <p:nvPr/>
        </p:nvSpPr>
        <p:spPr>
          <a:xfrm>
            <a:off x="4172641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rgbClr val="0070C0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MAR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" name="Google Shape;429;p38">
            <a:extLst>
              <a:ext uri="{FF2B5EF4-FFF2-40B4-BE49-F238E27FC236}">
                <a16:creationId xmlns:a16="http://schemas.microsoft.com/office/drawing/2014/main" id="{65F5CE3E-AA05-95F4-0443-B08FC26C0B4D}"/>
              </a:ext>
            </a:extLst>
          </p:cNvPr>
          <p:cNvSpPr/>
          <p:nvPr/>
        </p:nvSpPr>
        <p:spPr>
          <a:xfrm>
            <a:off x="3699392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rgbClr val="0070C0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FEB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" name="Google Shape;430;p38">
            <a:extLst>
              <a:ext uri="{FF2B5EF4-FFF2-40B4-BE49-F238E27FC236}">
                <a16:creationId xmlns:a16="http://schemas.microsoft.com/office/drawing/2014/main" id="{A7BAE9D4-A92E-5C01-26E4-FF5A70068CAD}"/>
              </a:ext>
            </a:extLst>
          </p:cNvPr>
          <p:cNvSpPr/>
          <p:nvPr/>
        </p:nvSpPr>
        <p:spPr>
          <a:xfrm>
            <a:off x="3226144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rgbClr val="0070C0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JAN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" name="Google Shape;431;p38">
            <a:extLst>
              <a:ext uri="{FF2B5EF4-FFF2-40B4-BE49-F238E27FC236}">
                <a16:creationId xmlns:a16="http://schemas.microsoft.com/office/drawing/2014/main" id="{42A799DB-1E29-B876-92C4-A97ACEFD7B41}"/>
              </a:ext>
            </a:extLst>
          </p:cNvPr>
          <p:cNvSpPr/>
          <p:nvPr/>
        </p:nvSpPr>
        <p:spPr>
          <a:xfrm>
            <a:off x="2587256" y="3475444"/>
            <a:ext cx="773550" cy="295200"/>
          </a:xfrm>
          <a:prstGeom prst="homePlate">
            <a:avLst>
              <a:gd name="adj" fmla="val 32030"/>
            </a:avLst>
          </a:prstGeom>
          <a:solidFill>
            <a:schemeClr val="l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endParaRPr sz="750">
              <a:solidFill>
                <a:schemeClr val="dk1"/>
              </a:solidFill>
            </a:endParaRPr>
          </a:p>
        </p:txBody>
      </p:sp>
      <p:cxnSp>
        <p:nvCxnSpPr>
          <p:cNvPr id="19" name="Google Shape;432;p38">
            <a:extLst>
              <a:ext uri="{FF2B5EF4-FFF2-40B4-BE49-F238E27FC236}">
                <a16:creationId xmlns:a16="http://schemas.microsoft.com/office/drawing/2014/main" id="{C6CECEC3-21C8-63F5-57D4-C224D748D6ED}"/>
              </a:ext>
            </a:extLst>
          </p:cNvPr>
          <p:cNvCxnSpPr/>
          <p:nvPr/>
        </p:nvCxnSpPr>
        <p:spPr>
          <a:xfrm rot="10800000">
            <a:off x="3437386" y="3119930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0" name="Google Shape;433;p38">
            <a:extLst>
              <a:ext uri="{FF2B5EF4-FFF2-40B4-BE49-F238E27FC236}">
                <a16:creationId xmlns:a16="http://schemas.microsoft.com/office/drawing/2014/main" id="{C40017EE-0849-C277-5353-CF7C47A2D1F3}"/>
              </a:ext>
            </a:extLst>
          </p:cNvPr>
          <p:cNvSpPr txBox="1"/>
          <p:nvPr/>
        </p:nvSpPr>
        <p:spPr>
          <a:xfrm>
            <a:off x="3407979" y="2703882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1" name="Google Shape;434;p38">
            <a:extLst>
              <a:ext uri="{FF2B5EF4-FFF2-40B4-BE49-F238E27FC236}">
                <a16:creationId xmlns:a16="http://schemas.microsoft.com/office/drawing/2014/main" id="{87D20D12-A291-4624-EFB2-84449F88ECAA}"/>
              </a:ext>
            </a:extLst>
          </p:cNvPr>
          <p:cNvCxnSpPr/>
          <p:nvPr/>
        </p:nvCxnSpPr>
        <p:spPr>
          <a:xfrm rot="10800000">
            <a:off x="4384648" y="3119930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" name="Google Shape;435;p38">
            <a:extLst>
              <a:ext uri="{FF2B5EF4-FFF2-40B4-BE49-F238E27FC236}">
                <a16:creationId xmlns:a16="http://schemas.microsoft.com/office/drawing/2014/main" id="{DC4A1AE3-441E-7041-86B8-1243884D6BE8}"/>
              </a:ext>
            </a:extLst>
          </p:cNvPr>
          <p:cNvSpPr txBox="1"/>
          <p:nvPr/>
        </p:nvSpPr>
        <p:spPr>
          <a:xfrm>
            <a:off x="4356321" y="2703882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Red is the colour of danger and courage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3" name="Google Shape;436;p38">
            <a:extLst>
              <a:ext uri="{FF2B5EF4-FFF2-40B4-BE49-F238E27FC236}">
                <a16:creationId xmlns:a16="http://schemas.microsoft.com/office/drawing/2014/main" id="{6B6D6E85-2D49-F41D-84B8-E3F639FD2FBC}"/>
              </a:ext>
            </a:extLst>
          </p:cNvPr>
          <p:cNvCxnSpPr/>
          <p:nvPr/>
        </p:nvCxnSpPr>
        <p:spPr>
          <a:xfrm rot="10800000">
            <a:off x="5331910" y="3119930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4" name="Google Shape;437;p38">
            <a:extLst>
              <a:ext uri="{FF2B5EF4-FFF2-40B4-BE49-F238E27FC236}">
                <a16:creationId xmlns:a16="http://schemas.microsoft.com/office/drawing/2014/main" id="{1FA24CAF-9D24-F6BB-A3E9-22A89E483F63}"/>
              </a:ext>
            </a:extLst>
          </p:cNvPr>
          <p:cNvSpPr txBox="1"/>
          <p:nvPr/>
        </p:nvSpPr>
        <p:spPr>
          <a:xfrm>
            <a:off x="5304663" y="2703882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 is the color of ebony and of outer space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5" name="Google Shape;438;p38">
            <a:extLst>
              <a:ext uri="{FF2B5EF4-FFF2-40B4-BE49-F238E27FC236}">
                <a16:creationId xmlns:a16="http://schemas.microsoft.com/office/drawing/2014/main" id="{568FADEA-7217-97A5-98BD-87911D0AF8BA}"/>
              </a:ext>
            </a:extLst>
          </p:cNvPr>
          <p:cNvCxnSpPr/>
          <p:nvPr/>
        </p:nvCxnSpPr>
        <p:spPr>
          <a:xfrm rot="10800000">
            <a:off x="6279171" y="3119930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6" name="Google Shape;439;p38">
            <a:extLst>
              <a:ext uri="{FF2B5EF4-FFF2-40B4-BE49-F238E27FC236}">
                <a16:creationId xmlns:a16="http://schemas.microsoft.com/office/drawing/2014/main" id="{1F075649-98DA-6E4E-C8B4-2CE55BC1D708}"/>
              </a:ext>
            </a:extLst>
          </p:cNvPr>
          <p:cNvSpPr txBox="1"/>
          <p:nvPr/>
        </p:nvSpPr>
        <p:spPr>
          <a:xfrm>
            <a:off x="6253005" y="2703882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Yellow is the color of gold, butter and ripe lemons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7" name="Google Shape;440;p38">
            <a:extLst>
              <a:ext uri="{FF2B5EF4-FFF2-40B4-BE49-F238E27FC236}">
                <a16:creationId xmlns:a16="http://schemas.microsoft.com/office/drawing/2014/main" id="{A55C6F33-81A7-F0C8-7F9D-5CFF5AD2A344}"/>
              </a:ext>
            </a:extLst>
          </p:cNvPr>
          <p:cNvCxnSpPr/>
          <p:nvPr/>
        </p:nvCxnSpPr>
        <p:spPr>
          <a:xfrm rot="10800000">
            <a:off x="7226433" y="3119930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8" name="Google Shape;441;p38">
            <a:extLst>
              <a:ext uri="{FF2B5EF4-FFF2-40B4-BE49-F238E27FC236}">
                <a16:creationId xmlns:a16="http://schemas.microsoft.com/office/drawing/2014/main" id="{E03DB420-D2F0-302C-6CEB-0BA80173F3A8}"/>
              </a:ext>
            </a:extLst>
          </p:cNvPr>
          <p:cNvSpPr txBox="1"/>
          <p:nvPr/>
        </p:nvSpPr>
        <p:spPr>
          <a:xfrm>
            <a:off x="7201347" y="2703882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White is the color of milk and fresh snow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9" name="Google Shape;442;p38">
            <a:extLst>
              <a:ext uri="{FF2B5EF4-FFF2-40B4-BE49-F238E27FC236}">
                <a16:creationId xmlns:a16="http://schemas.microsoft.com/office/drawing/2014/main" id="{5E6A8012-E4B3-429B-7848-700D3357314E}"/>
              </a:ext>
            </a:extLst>
          </p:cNvPr>
          <p:cNvCxnSpPr/>
          <p:nvPr/>
        </p:nvCxnSpPr>
        <p:spPr>
          <a:xfrm rot="10800000">
            <a:off x="8173694" y="3119930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0" name="Google Shape;443;p38">
            <a:extLst>
              <a:ext uri="{FF2B5EF4-FFF2-40B4-BE49-F238E27FC236}">
                <a16:creationId xmlns:a16="http://schemas.microsoft.com/office/drawing/2014/main" id="{DD61EA1E-A4D2-83A1-5256-B5F8746E4F96}"/>
              </a:ext>
            </a:extLst>
          </p:cNvPr>
          <p:cNvSpPr txBox="1"/>
          <p:nvPr/>
        </p:nvSpPr>
        <p:spPr>
          <a:xfrm>
            <a:off x="8149689" y="2703882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1" name="Google Shape;444;p38">
            <a:extLst>
              <a:ext uri="{FF2B5EF4-FFF2-40B4-BE49-F238E27FC236}">
                <a16:creationId xmlns:a16="http://schemas.microsoft.com/office/drawing/2014/main" id="{E9390C33-3E3E-F045-49E4-B60FBE95C08E}"/>
              </a:ext>
            </a:extLst>
          </p:cNvPr>
          <p:cNvCxnSpPr/>
          <p:nvPr/>
        </p:nvCxnSpPr>
        <p:spPr>
          <a:xfrm rot="10800000">
            <a:off x="3918292" y="3752208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2" name="Google Shape;445;p38">
            <a:extLst>
              <a:ext uri="{FF2B5EF4-FFF2-40B4-BE49-F238E27FC236}">
                <a16:creationId xmlns:a16="http://schemas.microsoft.com/office/drawing/2014/main" id="{E6C6DAFE-82F9-81EE-DE99-D187A7F54736}"/>
              </a:ext>
            </a:extLst>
          </p:cNvPr>
          <p:cNvSpPr txBox="1"/>
          <p:nvPr/>
        </p:nvSpPr>
        <p:spPr>
          <a:xfrm>
            <a:off x="3868009" y="4144594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Yellow is the color of gold, butter and ripe lemons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3" name="Google Shape;446;p38">
            <a:extLst>
              <a:ext uri="{FF2B5EF4-FFF2-40B4-BE49-F238E27FC236}">
                <a16:creationId xmlns:a16="http://schemas.microsoft.com/office/drawing/2014/main" id="{9F7AC9B8-75A9-0370-0F5B-944E8F6DCFFC}"/>
              </a:ext>
            </a:extLst>
          </p:cNvPr>
          <p:cNvCxnSpPr/>
          <p:nvPr/>
        </p:nvCxnSpPr>
        <p:spPr>
          <a:xfrm rot="10800000">
            <a:off x="4865553" y="3752208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" name="Google Shape;447;p38">
            <a:extLst>
              <a:ext uri="{FF2B5EF4-FFF2-40B4-BE49-F238E27FC236}">
                <a16:creationId xmlns:a16="http://schemas.microsoft.com/office/drawing/2014/main" id="{F4ECBBC7-F2CE-6DE3-1505-1C9265745C98}"/>
              </a:ext>
            </a:extLst>
          </p:cNvPr>
          <p:cNvSpPr txBox="1"/>
          <p:nvPr/>
        </p:nvSpPr>
        <p:spPr>
          <a:xfrm>
            <a:off x="4821838" y="4144594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White is the color of milk and fresh snow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5" name="Google Shape;448;p38">
            <a:extLst>
              <a:ext uri="{FF2B5EF4-FFF2-40B4-BE49-F238E27FC236}">
                <a16:creationId xmlns:a16="http://schemas.microsoft.com/office/drawing/2014/main" id="{6EFA4065-33CE-134F-BD6F-88FEE48DE124}"/>
              </a:ext>
            </a:extLst>
          </p:cNvPr>
          <p:cNvCxnSpPr/>
          <p:nvPr/>
        </p:nvCxnSpPr>
        <p:spPr>
          <a:xfrm rot="10800000">
            <a:off x="5812815" y="3752208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6" name="Google Shape;449;p38">
            <a:extLst>
              <a:ext uri="{FF2B5EF4-FFF2-40B4-BE49-F238E27FC236}">
                <a16:creationId xmlns:a16="http://schemas.microsoft.com/office/drawing/2014/main" id="{4B9BD670-8B0B-BB80-7D65-967703EDF52C}"/>
              </a:ext>
            </a:extLst>
          </p:cNvPr>
          <p:cNvSpPr txBox="1"/>
          <p:nvPr/>
        </p:nvSpPr>
        <p:spPr>
          <a:xfrm>
            <a:off x="5775667" y="4144594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7" name="Google Shape;450;p38">
            <a:extLst>
              <a:ext uri="{FF2B5EF4-FFF2-40B4-BE49-F238E27FC236}">
                <a16:creationId xmlns:a16="http://schemas.microsoft.com/office/drawing/2014/main" id="{661CD214-6B7A-C3F6-439A-8BC385F65D81}"/>
              </a:ext>
            </a:extLst>
          </p:cNvPr>
          <p:cNvCxnSpPr/>
          <p:nvPr/>
        </p:nvCxnSpPr>
        <p:spPr>
          <a:xfrm rot="10800000">
            <a:off x="6760076" y="3752208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" name="Google Shape;451;p38">
            <a:extLst>
              <a:ext uri="{FF2B5EF4-FFF2-40B4-BE49-F238E27FC236}">
                <a16:creationId xmlns:a16="http://schemas.microsoft.com/office/drawing/2014/main" id="{11BDB35E-6627-2B26-0FDE-E424407977A8}"/>
              </a:ext>
            </a:extLst>
          </p:cNvPr>
          <p:cNvSpPr txBox="1"/>
          <p:nvPr/>
        </p:nvSpPr>
        <p:spPr>
          <a:xfrm>
            <a:off x="6729498" y="4144594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Red is the colour of danger and courage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9" name="Google Shape;452;p38">
            <a:extLst>
              <a:ext uri="{FF2B5EF4-FFF2-40B4-BE49-F238E27FC236}">
                <a16:creationId xmlns:a16="http://schemas.microsoft.com/office/drawing/2014/main" id="{B7A00938-1442-9C2B-824C-D7A8C316DF20}"/>
              </a:ext>
            </a:extLst>
          </p:cNvPr>
          <p:cNvCxnSpPr/>
          <p:nvPr/>
        </p:nvCxnSpPr>
        <p:spPr>
          <a:xfrm rot="10800000">
            <a:off x="7707338" y="3752208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0" name="Google Shape;453;p38">
            <a:extLst>
              <a:ext uri="{FF2B5EF4-FFF2-40B4-BE49-F238E27FC236}">
                <a16:creationId xmlns:a16="http://schemas.microsoft.com/office/drawing/2014/main" id="{8278E0FB-A6C7-6877-95A3-E3BD03F1790B}"/>
              </a:ext>
            </a:extLst>
          </p:cNvPr>
          <p:cNvSpPr txBox="1"/>
          <p:nvPr/>
        </p:nvSpPr>
        <p:spPr>
          <a:xfrm>
            <a:off x="7683328" y="4144594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 is the color of ebony and of outer space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41" name="Google Shape;454;p38">
            <a:extLst>
              <a:ext uri="{FF2B5EF4-FFF2-40B4-BE49-F238E27FC236}">
                <a16:creationId xmlns:a16="http://schemas.microsoft.com/office/drawing/2014/main" id="{9C7DC515-785F-C1BE-1831-84D6168806EA}"/>
              </a:ext>
            </a:extLst>
          </p:cNvPr>
          <p:cNvCxnSpPr/>
          <p:nvPr/>
        </p:nvCxnSpPr>
        <p:spPr>
          <a:xfrm rot="10800000">
            <a:off x="8654600" y="3752208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2" name="Google Shape;455;p38">
            <a:extLst>
              <a:ext uri="{FF2B5EF4-FFF2-40B4-BE49-F238E27FC236}">
                <a16:creationId xmlns:a16="http://schemas.microsoft.com/office/drawing/2014/main" id="{D87D636C-C926-0DDC-443C-D2DDAB5187CC}"/>
              </a:ext>
            </a:extLst>
          </p:cNvPr>
          <p:cNvSpPr txBox="1"/>
          <p:nvPr/>
        </p:nvSpPr>
        <p:spPr>
          <a:xfrm>
            <a:off x="8627511" y="4144594"/>
            <a:ext cx="7418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Yellow is the color of gold, butter and ripe lemons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378413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60;p39">
            <a:extLst>
              <a:ext uri="{FF2B5EF4-FFF2-40B4-BE49-F238E27FC236}">
                <a16:creationId xmlns:a16="http://schemas.microsoft.com/office/drawing/2014/main" id="{E4ACF52A-C893-3E51-1D3F-0923338AA6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82094" y="2185717"/>
            <a:ext cx="4320225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/>
          <a:p>
            <a:r>
              <a:rPr lang="en" dirty="0">
                <a:solidFill>
                  <a:srgbClr val="0070C0"/>
                </a:solidFill>
              </a:rPr>
              <a:t>ROADMAP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6" name="Google Shape;462;p39">
            <a:extLst>
              <a:ext uri="{FF2B5EF4-FFF2-40B4-BE49-F238E27FC236}">
                <a16:creationId xmlns:a16="http://schemas.microsoft.com/office/drawing/2014/main" id="{17F61B68-37F1-4B8D-98F6-9E4EEEADDFC3}"/>
              </a:ext>
            </a:extLst>
          </p:cNvPr>
          <p:cNvSpPr/>
          <p:nvPr/>
        </p:nvSpPr>
        <p:spPr>
          <a:xfrm>
            <a:off x="2608521" y="3387443"/>
            <a:ext cx="6858000" cy="758282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35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" name="Google Shape;463;p39">
            <a:extLst>
              <a:ext uri="{FF2B5EF4-FFF2-40B4-BE49-F238E27FC236}">
                <a16:creationId xmlns:a16="http://schemas.microsoft.com/office/drawing/2014/main" id="{DA368D2B-C660-89FB-0455-42342AD21537}"/>
              </a:ext>
            </a:extLst>
          </p:cNvPr>
          <p:cNvSpPr/>
          <p:nvPr/>
        </p:nvSpPr>
        <p:spPr>
          <a:xfrm>
            <a:off x="2608521" y="3387443"/>
            <a:ext cx="6858000" cy="758282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19050" cap="flat" cmpd="sng">
            <a:solidFill>
              <a:schemeClr val="lt1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3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8" name="Google Shape;464;p39">
            <a:extLst>
              <a:ext uri="{FF2B5EF4-FFF2-40B4-BE49-F238E27FC236}">
                <a16:creationId xmlns:a16="http://schemas.microsoft.com/office/drawing/2014/main" id="{E19EF3C2-1B10-AFBA-5C11-585784DCBEE8}"/>
              </a:ext>
            </a:extLst>
          </p:cNvPr>
          <p:cNvGrpSpPr/>
          <p:nvPr/>
        </p:nvGrpSpPr>
        <p:grpSpPr>
          <a:xfrm>
            <a:off x="3948275" y="2886721"/>
            <a:ext cx="355050" cy="355050"/>
            <a:chOff x="1786339" y="1703401"/>
            <a:chExt cx="473400" cy="473400"/>
          </a:xfrm>
        </p:grpSpPr>
        <p:sp>
          <p:nvSpPr>
            <p:cNvPr id="9" name="Google Shape;465;p39">
              <a:extLst>
                <a:ext uri="{FF2B5EF4-FFF2-40B4-BE49-F238E27FC236}">
                  <a16:creationId xmlns:a16="http://schemas.microsoft.com/office/drawing/2014/main" id="{5BAB9467-8FC4-B38D-5F90-B46810031016}"/>
                </a:ext>
              </a:extLst>
            </p:cNvPr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0" name="Google Shape;466;p39">
              <a:extLst>
                <a:ext uri="{FF2B5EF4-FFF2-40B4-BE49-F238E27FC236}">
                  <a16:creationId xmlns:a16="http://schemas.microsoft.com/office/drawing/2014/main" id="{27C7E93F-BF63-485F-C78A-53C59BF41F4C}"/>
                </a:ext>
              </a:extLst>
            </p:cNvPr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" sz="45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1</a:t>
              </a:r>
              <a:endParaRPr sz="4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11" name="Google Shape;467;p39">
            <a:extLst>
              <a:ext uri="{FF2B5EF4-FFF2-40B4-BE49-F238E27FC236}">
                <a16:creationId xmlns:a16="http://schemas.microsoft.com/office/drawing/2014/main" id="{4AC41587-9887-583C-A016-DD58C93C0BAD}"/>
              </a:ext>
            </a:extLst>
          </p:cNvPr>
          <p:cNvGrpSpPr/>
          <p:nvPr/>
        </p:nvGrpSpPr>
        <p:grpSpPr>
          <a:xfrm>
            <a:off x="5469332" y="2886721"/>
            <a:ext cx="355050" cy="355050"/>
            <a:chOff x="3814414" y="1703401"/>
            <a:chExt cx="473400" cy="473400"/>
          </a:xfrm>
        </p:grpSpPr>
        <p:sp>
          <p:nvSpPr>
            <p:cNvPr id="12" name="Google Shape;468;p39">
              <a:extLst>
                <a:ext uri="{FF2B5EF4-FFF2-40B4-BE49-F238E27FC236}">
                  <a16:creationId xmlns:a16="http://schemas.microsoft.com/office/drawing/2014/main" id="{D50E3449-B7E4-A856-2F38-E1E41C55C38E}"/>
                </a:ext>
              </a:extLst>
            </p:cNvPr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3" name="Google Shape;469;p39">
              <a:extLst>
                <a:ext uri="{FF2B5EF4-FFF2-40B4-BE49-F238E27FC236}">
                  <a16:creationId xmlns:a16="http://schemas.microsoft.com/office/drawing/2014/main" id="{5C73567C-FD4E-CB35-EF10-821FAE9CB435}"/>
                </a:ext>
              </a:extLst>
            </p:cNvPr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" sz="45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3</a:t>
              </a:r>
              <a:endParaRPr sz="4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14" name="Google Shape;470;p39">
            <a:extLst>
              <a:ext uri="{FF2B5EF4-FFF2-40B4-BE49-F238E27FC236}">
                <a16:creationId xmlns:a16="http://schemas.microsoft.com/office/drawing/2014/main" id="{93903267-B3C3-8AAC-219A-FCA97699B9EA}"/>
              </a:ext>
            </a:extLst>
          </p:cNvPr>
          <p:cNvGrpSpPr/>
          <p:nvPr/>
        </p:nvGrpSpPr>
        <p:grpSpPr>
          <a:xfrm>
            <a:off x="6990388" y="2886721"/>
            <a:ext cx="355050" cy="355050"/>
            <a:chOff x="5842489" y="1703401"/>
            <a:chExt cx="473400" cy="473400"/>
          </a:xfrm>
        </p:grpSpPr>
        <p:sp>
          <p:nvSpPr>
            <p:cNvPr id="15" name="Google Shape;471;p39">
              <a:extLst>
                <a:ext uri="{FF2B5EF4-FFF2-40B4-BE49-F238E27FC236}">
                  <a16:creationId xmlns:a16="http://schemas.microsoft.com/office/drawing/2014/main" id="{CB3B19FA-E26F-4EF6-E847-025EA076005B}"/>
                </a:ext>
              </a:extLst>
            </p:cNvPr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6" name="Google Shape;472;p39">
              <a:extLst>
                <a:ext uri="{FF2B5EF4-FFF2-40B4-BE49-F238E27FC236}">
                  <a16:creationId xmlns:a16="http://schemas.microsoft.com/office/drawing/2014/main" id="{499B61A7-1A6E-9E71-07CA-DAD99B321085}"/>
                </a:ext>
              </a:extLst>
            </p:cNvPr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" sz="45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5</a:t>
              </a:r>
              <a:endParaRPr sz="4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17" name="Google Shape;473;p39">
            <a:extLst>
              <a:ext uri="{FF2B5EF4-FFF2-40B4-BE49-F238E27FC236}">
                <a16:creationId xmlns:a16="http://schemas.microsoft.com/office/drawing/2014/main" id="{3BB9204D-793D-94D9-1D7C-96A1AA591073}"/>
              </a:ext>
            </a:extLst>
          </p:cNvPr>
          <p:cNvGrpSpPr/>
          <p:nvPr/>
        </p:nvGrpSpPr>
        <p:grpSpPr>
          <a:xfrm>
            <a:off x="7769132" y="4291396"/>
            <a:ext cx="355050" cy="355050"/>
            <a:chOff x="6880814" y="3576300"/>
            <a:chExt cx="473400" cy="473400"/>
          </a:xfrm>
        </p:grpSpPr>
        <p:sp>
          <p:nvSpPr>
            <p:cNvPr id="18" name="Google Shape;474;p39">
              <a:extLst>
                <a:ext uri="{FF2B5EF4-FFF2-40B4-BE49-F238E27FC236}">
                  <a16:creationId xmlns:a16="http://schemas.microsoft.com/office/drawing/2014/main" id="{4ECEE62A-A497-01B5-11C8-5637E5949F91}"/>
                </a:ext>
              </a:extLst>
            </p:cNvPr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9" name="Google Shape;475;p39">
              <a:extLst>
                <a:ext uri="{FF2B5EF4-FFF2-40B4-BE49-F238E27FC236}">
                  <a16:creationId xmlns:a16="http://schemas.microsoft.com/office/drawing/2014/main" id="{33011B3A-429D-5365-85EA-1B6293FA6165}"/>
                </a:ext>
              </a:extLst>
            </p:cNvPr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" sz="45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6</a:t>
              </a:r>
              <a:endParaRPr sz="4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20" name="Google Shape;476;p39">
            <a:extLst>
              <a:ext uri="{FF2B5EF4-FFF2-40B4-BE49-F238E27FC236}">
                <a16:creationId xmlns:a16="http://schemas.microsoft.com/office/drawing/2014/main" id="{668BE0A7-9685-5D14-5A72-52BF0EEA2208}"/>
              </a:ext>
            </a:extLst>
          </p:cNvPr>
          <p:cNvGrpSpPr/>
          <p:nvPr/>
        </p:nvGrpSpPr>
        <p:grpSpPr>
          <a:xfrm>
            <a:off x="6248075" y="4291396"/>
            <a:ext cx="355050" cy="355050"/>
            <a:chOff x="4852739" y="3576300"/>
            <a:chExt cx="473400" cy="473400"/>
          </a:xfrm>
        </p:grpSpPr>
        <p:sp>
          <p:nvSpPr>
            <p:cNvPr id="21" name="Google Shape;477;p39">
              <a:extLst>
                <a:ext uri="{FF2B5EF4-FFF2-40B4-BE49-F238E27FC236}">
                  <a16:creationId xmlns:a16="http://schemas.microsoft.com/office/drawing/2014/main" id="{882B4C20-D392-1838-5B09-5621DCEDE79D}"/>
                </a:ext>
              </a:extLst>
            </p:cNvPr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2" name="Google Shape;478;p39">
              <a:extLst>
                <a:ext uri="{FF2B5EF4-FFF2-40B4-BE49-F238E27FC236}">
                  <a16:creationId xmlns:a16="http://schemas.microsoft.com/office/drawing/2014/main" id="{4046F5D5-48BD-C597-EF92-7F02DF466D1D}"/>
                </a:ext>
              </a:extLst>
            </p:cNvPr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" sz="45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4</a:t>
              </a:r>
              <a:endParaRPr sz="4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23" name="Google Shape;479;p39">
            <a:extLst>
              <a:ext uri="{FF2B5EF4-FFF2-40B4-BE49-F238E27FC236}">
                <a16:creationId xmlns:a16="http://schemas.microsoft.com/office/drawing/2014/main" id="{565D8497-DDF1-2A44-37C9-00F7542059AB}"/>
              </a:ext>
            </a:extLst>
          </p:cNvPr>
          <p:cNvGrpSpPr/>
          <p:nvPr/>
        </p:nvGrpSpPr>
        <p:grpSpPr>
          <a:xfrm>
            <a:off x="4727019" y="4291396"/>
            <a:ext cx="355050" cy="355050"/>
            <a:chOff x="2824664" y="3576300"/>
            <a:chExt cx="473400" cy="473400"/>
          </a:xfrm>
        </p:grpSpPr>
        <p:sp>
          <p:nvSpPr>
            <p:cNvPr id="24" name="Google Shape;480;p39">
              <a:extLst>
                <a:ext uri="{FF2B5EF4-FFF2-40B4-BE49-F238E27FC236}">
                  <a16:creationId xmlns:a16="http://schemas.microsoft.com/office/drawing/2014/main" id="{038F6446-5082-CEB5-B434-EA15C7DC3409}"/>
                </a:ext>
              </a:extLst>
            </p:cNvPr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5" name="Google Shape;481;p39">
              <a:extLst>
                <a:ext uri="{FF2B5EF4-FFF2-40B4-BE49-F238E27FC236}">
                  <a16:creationId xmlns:a16="http://schemas.microsoft.com/office/drawing/2014/main" id="{20984EAE-9224-98E5-E48B-9E39D11A5AE3}"/>
                </a:ext>
              </a:extLst>
            </p:cNvPr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" sz="45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2</a:t>
              </a:r>
              <a:endParaRPr sz="4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6" name="Google Shape;482;p39">
            <a:extLst>
              <a:ext uri="{FF2B5EF4-FFF2-40B4-BE49-F238E27FC236}">
                <a16:creationId xmlns:a16="http://schemas.microsoft.com/office/drawing/2014/main" id="{1847B61A-320E-642E-A94B-1D0B4634A550}"/>
              </a:ext>
            </a:extLst>
          </p:cNvPr>
          <p:cNvSpPr txBox="1"/>
          <p:nvPr/>
        </p:nvSpPr>
        <p:spPr>
          <a:xfrm>
            <a:off x="3643409" y="2476246"/>
            <a:ext cx="964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7" name="Google Shape;483;p39">
            <a:extLst>
              <a:ext uri="{FF2B5EF4-FFF2-40B4-BE49-F238E27FC236}">
                <a16:creationId xmlns:a16="http://schemas.microsoft.com/office/drawing/2014/main" id="{BB2BBF9C-BA7B-04CF-96EE-0FFCA376BA2B}"/>
              </a:ext>
            </a:extLst>
          </p:cNvPr>
          <p:cNvSpPr txBox="1"/>
          <p:nvPr/>
        </p:nvSpPr>
        <p:spPr>
          <a:xfrm>
            <a:off x="5141425" y="2476246"/>
            <a:ext cx="964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Red is the colour of danger and courage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" name="Google Shape;484;p39">
            <a:extLst>
              <a:ext uri="{FF2B5EF4-FFF2-40B4-BE49-F238E27FC236}">
                <a16:creationId xmlns:a16="http://schemas.microsoft.com/office/drawing/2014/main" id="{137F508D-A01C-0446-9A7B-42D2FA7E81DC}"/>
              </a:ext>
            </a:extLst>
          </p:cNvPr>
          <p:cNvSpPr txBox="1"/>
          <p:nvPr/>
        </p:nvSpPr>
        <p:spPr>
          <a:xfrm>
            <a:off x="6685529" y="2476246"/>
            <a:ext cx="964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 is the color of ebony and of outer space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928697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9;p41">
            <a:extLst>
              <a:ext uri="{FF2B5EF4-FFF2-40B4-BE49-F238E27FC236}">
                <a16:creationId xmlns:a16="http://schemas.microsoft.com/office/drawing/2014/main" id="{235F477C-C295-BFAB-91F2-F738A623D2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5647" y="1896396"/>
            <a:ext cx="4320225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/>
          <a:p>
            <a:r>
              <a:rPr lang="en" dirty="0">
                <a:solidFill>
                  <a:srgbClr val="0070C0"/>
                </a:solidFill>
              </a:rPr>
              <a:t>SWOT ANALYSIS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5" name="Google Shape;501;p41">
            <a:extLst>
              <a:ext uri="{FF2B5EF4-FFF2-40B4-BE49-F238E27FC236}">
                <a16:creationId xmlns:a16="http://schemas.microsoft.com/office/drawing/2014/main" id="{494DC018-FD4C-1AB3-EB16-B52B27793A8B}"/>
              </a:ext>
            </a:extLst>
          </p:cNvPr>
          <p:cNvSpPr/>
          <p:nvPr/>
        </p:nvSpPr>
        <p:spPr>
          <a:xfrm>
            <a:off x="3184538" y="2469150"/>
            <a:ext cx="2548125" cy="9598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69" tIns="68569" rIns="1028700" bIns="68569" anchor="t" anchorCtr="0">
            <a:noAutofit/>
          </a:bodyPr>
          <a:lstStyle/>
          <a:p>
            <a:r>
              <a:rPr lang="en" sz="105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STRENGTHS</a:t>
            </a:r>
            <a:endParaRPr sz="105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spcBef>
                <a:spcPts val="450"/>
              </a:spcBef>
              <a:spcAft>
                <a:spcPts val="450"/>
              </a:spcAft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 sz="105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502;p41">
            <a:extLst>
              <a:ext uri="{FF2B5EF4-FFF2-40B4-BE49-F238E27FC236}">
                <a16:creationId xmlns:a16="http://schemas.microsoft.com/office/drawing/2014/main" id="{0D67A383-89E7-980D-419E-D15A90901576}"/>
              </a:ext>
            </a:extLst>
          </p:cNvPr>
          <p:cNvSpPr/>
          <p:nvPr/>
        </p:nvSpPr>
        <p:spPr>
          <a:xfrm>
            <a:off x="5838092" y="2469150"/>
            <a:ext cx="2548125" cy="9598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28700" tIns="68569" rIns="68569" bIns="68569" anchor="t" anchorCtr="0">
            <a:noAutofit/>
          </a:bodyPr>
          <a:lstStyle/>
          <a:p>
            <a:pPr algn="r">
              <a:buClr>
                <a:schemeClr val="dk1"/>
              </a:buClr>
              <a:buSzPts val="1100"/>
            </a:pPr>
            <a:r>
              <a:rPr lang="en" sz="105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WEAKNESSES</a:t>
            </a:r>
            <a:endParaRPr sz="105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algn="r">
              <a:spcBef>
                <a:spcPts val="450"/>
              </a:spcBef>
              <a:spcAft>
                <a:spcPts val="450"/>
              </a:spcAft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Yellow is the color of gold, butter and ripe lemons</a:t>
            </a:r>
            <a:endParaRPr sz="105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" name="Google Shape;503;p41">
            <a:extLst>
              <a:ext uri="{FF2B5EF4-FFF2-40B4-BE49-F238E27FC236}">
                <a16:creationId xmlns:a16="http://schemas.microsoft.com/office/drawing/2014/main" id="{6E7C6185-7380-9C87-0EA6-FCA616CF1AAB}"/>
              </a:ext>
            </a:extLst>
          </p:cNvPr>
          <p:cNvSpPr/>
          <p:nvPr/>
        </p:nvSpPr>
        <p:spPr>
          <a:xfrm>
            <a:off x="3184538" y="3534436"/>
            <a:ext cx="2548125" cy="9598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69" tIns="68569" rIns="1028700" bIns="68569" anchor="b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endParaRPr sz="105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spcBef>
                <a:spcPts val="450"/>
              </a:spcBef>
              <a:buClr>
                <a:schemeClr val="dk1"/>
              </a:buClr>
              <a:buSzPts val="1100"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 is the color of ebony and of outer space</a:t>
            </a:r>
            <a:endParaRPr sz="105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spcBef>
                <a:spcPts val="450"/>
              </a:spcBef>
              <a:spcAft>
                <a:spcPts val="450"/>
              </a:spcAft>
              <a:buClr>
                <a:schemeClr val="dk1"/>
              </a:buClr>
              <a:buSzPts val="1100"/>
            </a:pPr>
            <a:r>
              <a:rPr lang="en" sz="105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OPPORTUNITIES</a:t>
            </a:r>
            <a:endParaRPr sz="105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" name="Google Shape;504;p41">
            <a:extLst>
              <a:ext uri="{FF2B5EF4-FFF2-40B4-BE49-F238E27FC236}">
                <a16:creationId xmlns:a16="http://schemas.microsoft.com/office/drawing/2014/main" id="{4E9F2975-2D84-3E96-CAA0-1CC7720EDF25}"/>
              </a:ext>
            </a:extLst>
          </p:cNvPr>
          <p:cNvSpPr/>
          <p:nvPr/>
        </p:nvSpPr>
        <p:spPr>
          <a:xfrm>
            <a:off x="5838092" y="3534436"/>
            <a:ext cx="2548125" cy="9598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28700" tIns="68569" rIns="68569" bIns="68569" anchor="b" anchorCtr="0">
            <a:noAutofit/>
          </a:bodyPr>
          <a:lstStyle/>
          <a:p>
            <a:pPr algn="r">
              <a:buClr>
                <a:schemeClr val="dk1"/>
              </a:buClr>
              <a:buSzPts val="1100"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White is the color of milk and fresh snow</a:t>
            </a:r>
            <a:endParaRPr sz="105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algn="r">
              <a:spcBef>
                <a:spcPts val="450"/>
              </a:spcBef>
              <a:spcAft>
                <a:spcPts val="450"/>
              </a:spcAft>
            </a:pPr>
            <a:r>
              <a:rPr lang="en" sz="105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THREATS</a:t>
            </a:r>
            <a:endParaRPr sz="105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" name="Google Shape;505;p41">
            <a:extLst>
              <a:ext uri="{FF2B5EF4-FFF2-40B4-BE49-F238E27FC236}">
                <a16:creationId xmlns:a16="http://schemas.microsoft.com/office/drawing/2014/main" id="{BF4BA676-B27C-295F-A717-2FBBA7C15158}"/>
              </a:ext>
            </a:extLst>
          </p:cNvPr>
          <p:cNvSpPr/>
          <p:nvPr/>
        </p:nvSpPr>
        <p:spPr>
          <a:xfrm>
            <a:off x="5001215" y="2696315"/>
            <a:ext cx="1464300" cy="14643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" name="Google Shape;506;p41">
            <a:extLst>
              <a:ext uri="{FF2B5EF4-FFF2-40B4-BE49-F238E27FC236}">
                <a16:creationId xmlns:a16="http://schemas.microsoft.com/office/drawing/2014/main" id="{59461554-6086-7D6E-A7FF-E016F1885575}"/>
              </a:ext>
            </a:extLst>
          </p:cNvPr>
          <p:cNvSpPr/>
          <p:nvPr/>
        </p:nvSpPr>
        <p:spPr>
          <a:xfrm rot="5400000">
            <a:off x="5106739" y="2696315"/>
            <a:ext cx="1464300" cy="14643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" name="Google Shape;507;p41">
            <a:extLst>
              <a:ext uri="{FF2B5EF4-FFF2-40B4-BE49-F238E27FC236}">
                <a16:creationId xmlns:a16="http://schemas.microsoft.com/office/drawing/2014/main" id="{C8311363-9039-1078-229A-170549857607}"/>
              </a:ext>
            </a:extLst>
          </p:cNvPr>
          <p:cNvSpPr/>
          <p:nvPr/>
        </p:nvSpPr>
        <p:spPr>
          <a:xfrm rot="10800000">
            <a:off x="5106739" y="2802663"/>
            <a:ext cx="1464300" cy="14643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2" name="Google Shape;508;p41">
            <a:extLst>
              <a:ext uri="{FF2B5EF4-FFF2-40B4-BE49-F238E27FC236}">
                <a16:creationId xmlns:a16="http://schemas.microsoft.com/office/drawing/2014/main" id="{CEFB33B5-878B-46A4-5452-D52A8455FA11}"/>
              </a:ext>
            </a:extLst>
          </p:cNvPr>
          <p:cNvSpPr/>
          <p:nvPr/>
        </p:nvSpPr>
        <p:spPr>
          <a:xfrm rot="-5400000">
            <a:off x="5001215" y="2802663"/>
            <a:ext cx="1464300" cy="14643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" name="Google Shape;509;p41">
            <a:extLst>
              <a:ext uri="{FF2B5EF4-FFF2-40B4-BE49-F238E27FC236}">
                <a16:creationId xmlns:a16="http://schemas.microsoft.com/office/drawing/2014/main" id="{356BB9B6-AF0A-FC57-BFEE-DEE540F8B7BE}"/>
              </a:ext>
            </a:extLst>
          </p:cNvPr>
          <p:cNvSpPr/>
          <p:nvPr/>
        </p:nvSpPr>
        <p:spPr>
          <a:xfrm>
            <a:off x="5395478" y="3001752"/>
            <a:ext cx="166495" cy="31165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1050" b="1">
                <a:solidFill>
                  <a:schemeClr val="lt1"/>
                </a:solidFill>
                <a:latin typeface="Oswald"/>
              </a:rPr>
              <a:t>S</a:t>
            </a:r>
          </a:p>
        </p:txBody>
      </p:sp>
      <p:sp>
        <p:nvSpPr>
          <p:cNvPr id="14" name="Google Shape;510;p41">
            <a:extLst>
              <a:ext uri="{FF2B5EF4-FFF2-40B4-BE49-F238E27FC236}">
                <a16:creationId xmlns:a16="http://schemas.microsoft.com/office/drawing/2014/main" id="{A38E308D-D0AE-AC75-AE47-42538234470F}"/>
              </a:ext>
            </a:extLst>
          </p:cNvPr>
          <p:cNvSpPr/>
          <p:nvPr/>
        </p:nvSpPr>
        <p:spPr>
          <a:xfrm>
            <a:off x="6010734" y="3006426"/>
            <a:ext cx="240575" cy="30305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1050" b="1">
                <a:solidFill>
                  <a:schemeClr val="lt1"/>
                </a:solidFill>
                <a:latin typeface="Oswald"/>
              </a:rPr>
              <a:t>W</a:t>
            </a:r>
          </a:p>
        </p:txBody>
      </p:sp>
      <p:sp>
        <p:nvSpPr>
          <p:cNvPr id="15" name="Google Shape;511;p41">
            <a:extLst>
              <a:ext uri="{FF2B5EF4-FFF2-40B4-BE49-F238E27FC236}">
                <a16:creationId xmlns:a16="http://schemas.microsoft.com/office/drawing/2014/main" id="{AFC59568-7B33-349C-AA4B-95E50BCAEB42}"/>
              </a:ext>
            </a:extLst>
          </p:cNvPr>
          <p:cNvSpPr/>
          <p:nvPr/>
        </p:nvSpPr>
        <p:spPr>
          <a:xfrm>
            <a:off x="5374526" y="3671986"/>
            <a:ext cx="182583" cy="31165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1050" b="1">
                <a:solidFill>
                  <a:schemeClr val="lt1"/>
                </a:solidFill>
                <a:latin typeface="Oswald"/>
              </a:rPr>
              <a:t>O</a:t>
            </a:r>
          </a:p>
        </p:txBody>
      </p:sp>
      <p:sp>
        <p:nvSpPr>
          <p:cNvPr id="16" name="Google Shape;512;p41">
            <a:extLst>
              <a:ext uri="{FF2B5EF4-FFF2-40B4-BE49-F238E27FC236}">
                <a16:creationId xmlns:a16="http://schemas.microsoft.com/office/drawing/2014/main" id="{51599AC7-2E82-0FE8-E38F-5EB3A171E1BF}"/>
              </a:ext>
            </a:extLst>
          </p:cNvPr>
          <p:cNvSpPr/>
          <p:nvPr/>
        </p:nvSpPr>
        <p:spPr>
          <a:xfrm>
            <a:off x="6079947" y="3676662"/>
            <a:ext cx="158264" cy="30305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1050" b="1">
                <a:solidFill>
                  <a:schemeClr val="lt1"/>
                </a:solidFill>
                <a:latin typeface="Oswald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464544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57;p43">
            <a:extLst>
              <a:ext uri="{FF2B5EF4-FFF2-40B4-BE49-F238E27FC236}">
                <a16:creationId xmlns:a16="http://schemas.microsoft.com/office/drawing/2014/main" id="{E8E2F32D-BB56-1DDB-EBE6-D9780811E0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60829" y="2100657"/>
            <a:ext cx="4320225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/>
          <a:p>
            <a:r>
              <a:rPr lang="en" dirty="0">
                <a:solidFill>
                  <a:srgbClr val="0070C0"/>
                </a:solidFill>
              </a:rPr>
              <a:t>FUNNEL</a:t>
            </a:r>
            <a:endParaRPr dirty="0">
              <a:solidFill>
                <a:srgbClr val="0070C0"/>
              </a:solidFill>
            </a:endParaRPr>
          </a:p>
        </p:txBody>
      </p:sp>
      <p:grpSp>
        <p:nvGrpSpPr>
          <p:cNvPr id="5" name="Google Shape;559;p43">
            <a:extLst>
              <a:ext uri="{FF2B5EF4-FFF2-40B4-BE49-F238E27FC236}">
                <a16:creationId xmlns:a16="http://schemas.microsoft.com/office/drawing/2014/main" id="{B9FAF03D-5BCC-C0A7-92CF-5F4D32F1FEDA}"/>
              </a:ext>
            </a:extLst>
          </p:cNvPr>
          <p:cNvGrpSpPr/>
          <p:nvPr/>
        </p:nvGrpSpPr>
        <p:grpSpPr>
          <a:xfrm>
            <a:off x="3457251" y="2631944"/>
            <a:ext cx="2461922" cy="2213315"/>
            <a:chOff x="3778727" y="4460423"/>
            <a:chExt cx="720160" cy="647438"/>
          </a:xfrm>
        </p:grpSpPr>
        <p:sp>
          <p:nvSpPr>
            <p:cNvPr id="6" name="Google Shape;560;p43">
              <a:extLst>
                <a:ext uri="{FF2B5EF4-FFF2-40B4-BE49-F238E27FC236}">
                  <a16:creationId xmlns:a16="http://schemas.microsoft.com/office/drawing/2014/main" id="{798079BC-844B-D0A1-6613-7FF27D3CA053}"/>
                </a:ext>
              </a:extLst>
            </p:cNvPr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400"/>
              </a:pPr>
              <a:r>
                <a:rPr lang="en" sz="9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PURCHASE</a:t>
              </a:r>
              <a:endParaRPr sz="9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7" name="Google Shape;561;p43">
              <a:extLst>
                <a:ext uri="{FF2B5EF4-FFF2-40B4-BE49-F238E27FC236}">
                  <a16:creationId xmlns:a16="http://schemas.microsoft.com/office/drawing/2014/main" id="{13D12E00-47D7-6A84-23C0-140C71118A75}"/>
                </a:ext>
              </a:extLst>
            </p:cNvPr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400"/>
              </a:pPr>
              <a:r>
                <a:rPr lang="en" sz="9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LOYALTY</a:t>
              </a:r>
              <a:endParaRPr sz="9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8" name="Google Shape;562;p43">
              <a:extLst>
                <a:ext uri="{FF2B5EF4-FFF2-40B4-BE49-F238E27FC236}">
                  <a16:creationId xmlns:a16="http://schemas.microsoft.com/office/drawing/2014/main" id="{A177C09D-3D76-E696-2BFD-AD27BB463F6A}"/>
                </a:ext>
              </a:extLst>
            </p:cNvPr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400"/>
              </a:pPr>
              <a:r>
                <a:rPr lang="en" sz="9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AWARENESS</a:t>
              </a:r>
              <a:endParaRPr sz="9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9" name="Google Shape;563;p43">
              <a:extLst>
                <a:ext uri="{FF2B5EF4-FFF2-40B4-BE49-F238E27FC236}">
                  <a16:creationId xmlns:a16="http://schemas.microsoft.com/office/drawing/2014/main" id="{B010BB78-42DC-71BE-121C-53AB69FCFDFA}"/>
                </a:ext>
              </a:extLst>
            </p:cNvPr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400"/>
              </a:pPr>
              <a:r>
                <a:rPr lang="en" sz="9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EVALUATION</a:t>
              </a:r>
              <a:endParaRPr sz="9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0" name="Google Shape;564;p43">
              <a:extLst>
                <a:ext uri="{FF2B5EF4-FFF2-40B4-BE49-F238E27FC236}">
                  <a16:creationId xmlns:a16="http://schemas.microsoft.com/office/drawing/2014/main" id="{2F46038D-F546-CF65-D140-B4A6139B2B03}"/>
                </a:ext>
              </a:extLst>
            </p:cNvPr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400"/>
              </a:pPr>
              <a:r>
                <a:rPr lang="en" sz="9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DISCOVERY</a:t>
              </a:r>
              <a:endParaRPr sz="9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1" name="Google Shape;565;p43">
              <a:extLst>
                <a:ext uri="{FF2B5EF4-FFF2-40B4-BE49-F238E27FC236}">
                  <a16:creationId xmlns:a16="http://schemas.microsoft.com/office/drawing/2014/main" id="{F854AA68-E22A-1C7E-62BA-D18B4F0C6BEC}"/>
                </a:ext>
              </a:extLst>
            </p:cNvPr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400"/>
              </a:pPr>
              <a:r>
                <a:rPr lang="en" sz="9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INTENT</a:t>
              </a:r>
              <a:endParaRPr sz="9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2" name="Google Shape;566;p43">
              <a:extLst>
                <a:ext uri="{FF2B5EF4-FFF2-40B4-BE49-F238E27FC236}">
                  <a16:creationId xmlns:a16="http://schemas.microsoft.com/office/drawing/2014/main" id="{1FD021A0-1667-44BA-C588-9854AD94E2E6}"/>
                </a:ext>
              </a:extLst>
            </p:cNvPr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400"/>
              </a:pPr>
              <a:endParaRPr sz="9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cxnSp>
        <p:nvCxnSpPr>
          <p:cNvPr id="13" name="Google Shape;567;p43">
            <a:extLst>
              <a:ext uri="{FF2B5EF4-FFF2-40B4-BE49-F238E27FC236}">
                <a16:creationId xmlns:a16="http://schemas.microsoft.com/office/drawing/2014/main" id="{10975B2F-4B04-27CE-A468-69DD99EA9337}"/>
              </a:ext>
            </a:extLst>
          </p:cNvPr>
          <p:cNvCxnSpPr/>
          <p:nvPr/>
        </p:nvCxnSpPr>
        <p:spPr>
          <a:xfrm>
            <a:off x="5864713" y="2998434"/>
            <a:ext cx="721125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4" name="Google Shape;568;p43">
            <a:extLst>
              <a:ext uri="{FF2B5EF4-FFF2-40B4-BE49-F238E27FC236}">
                <a16:creationId xmlns:a16="http://schemas.microsoft.com/office/drawing/2014/main" id="{7B70CE4A-C129-CBA6-E557-FF34C9114647}"/>
              </a:ext>
            </a:extLst>
          </p:cNvPr>
          <p:cNvSpPr txBox="1"/>
          <p:nvPr/>
        </p:nvSpPr>
        <p:spPr>
          <a:xfrm>
            <a:off x="6627880" y="2881047"/>
            <a:ext cx="1901475" cy="23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7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75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5" name="Google Shape;569;p43">
            <a:extLst>
              <a:ext uri="{FF2B5EF4-FFF2-40B4-BE49-F238E27FC236}">
                <a16:creationId xmlns:a16="http://schemas.microsoft.com/office/drawing/2014/main" id="{25A7EEF7-A9C2-CB9E-D46B-085E85D174DA}"/>
              </a:ext>
            </a:extLst>
          </p:cNvPr>
          <p:cNvCxnSpPr/>
          <p:nvPr/>
        </p:nvCxnSpPr>
        <p:spPr>
          <a:xfrm>
            <a:off x="5758494" y="3327054"/>
            <a:ext cx="827325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570;p43">
            <a:extLst>
              <a:ext uri="{FF2B5EF4-FFF2-40B4-BE49-F238E27FC236}">
                <a16:creationId xmlns:a16="http://schemas.microsoft.com/office/drawing/2014/main" id="{B8A0E425-2C3B-692E-14C9-39B287F34FEB}"/>
              </a:ext>
            </a:extLst>
          </p:cNvPr>
          <p:cNvSpPr txBox="1"/>
          <p:nvPr/>
        </p:nvSpPr>
        <p:spPr>
          <a:xfrm>
            <a:off x="6627880" y="3209658"/>
            <a:ext cx="1901475" cy="23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7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75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7" name="Google Shape;571;p43">
            <a:extLst>
              <a:ext uri="{FF2B5EF4-FFF2-40B4-BE49-F238E27FC236}">
                <a16:creationId xmlns:a16="http://schemas.microsoft.com/office/drawing/2014/main" id="{95B1B422-59FE-1A9D-B5B6-A434DE997616}"/>
              </a:ext>
            </a:extLst>
          </p:cNvPr>
          <p:cNvCxnSpPr/>
          <p:nvPr/>
        </p:nvCxnSpPr>
        <p:spPr>
          <a:xfrm>
            <a:off x="5607545" y="3655672"/>
            <a:ext cx="9783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" name="Google Shape;572;p43">
            <a:extLst>
              <a:ext uri="{FF2B5EF4-FFF2-40B4-BE49-F238E27FC236}">
                <a16:creationId xmlns:a16="http://schemas.microsoft.com/office/drawing/2014/main" id="{6446BE9F-42FF-CAE5-A321-822146E16F63}"/>
              </a:ext>
            </a:extLst>
          </p:cNvPr>
          <p:cNvSpPr txBox="1"/>
          <p:nvPr/>
        </p:nvSpPr>
        <p:spPr>
          <a:xfrm>
            <a:off x="6627880" y="3538269"/>
            <a:ext cx="1901475" cy="23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7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75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9" name="Google Shape;573;p43">
            <a:extLst>
              <a:ext uri="{FF2B5EF4-FFF2-40B4-BE49-F238E27FC236}">
                <a16:creationId xmlns:a16="http://schemas.microsoft.com/office/drawing/2014/main" id="{971DAD08-C718-7C17-6FED-C5881E047ECF}"/>
              </a:ext>
            </a:extLst>
          </p:cNvPr>
          <p:cNvCxnSpPr/>
          <p:nvPr/>
        </p:nvCxnSpPr>
        <p:spPr>
          <a:xfrm>
            <a:off x="5478967" y="3984274"/>
            <a:ext cx="1106775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0" name="Google Shape;574;p43">
            <a:extLst>
              <a:ext uri="{FF2B5EF4-FFF2-40B4-BE49-F238E27FC236}">
                <a16:creationId xmlns:a16="http://schemas.microsoft.com/office/drawing/2014/main" id="{D7D66AA4-543F-3393-2DB8-DD08EBA34262}"/>
              </a:ext>
            </a:extLst>
          </p:cNvPr>
          <p:cNvSpPr txBox="1"/>
          <p:nvPr/>
        </p:nvSpPr>
        <p:spPr>
          <a:xfrm>
            <a:off x="6627880" y="3866883"/>
            <a:ext cx="1901475" cy="23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7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75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1" name="Google Shape;575;p43">
            <a:extLst>
              <a:ext uri="{FF2B5EF4-FFF2-40B4-BE49-F238E27FC236}">
                <a16:creationId xmlns:a16="http://schemas.microsoft.com/office/drawing/2014/main" id="{09FE1DA7-8E1D-39F7-8C64-E285C97958CF}"/>
              </a:ext>
            </a:extLst>
          </p:cNvPr>
          <p:cNvCxnSpPr/>
          <p:nvPr/>
        </p:nvCxnSpPr>
        <p:spPr>
          <a:xfrm>
            <a:off x="5339191" y="4312893"/>
            <a:ext cx="12465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" name="Google Shape;576;p43">
            <a:extLst>
              <a:ext uri="{FF2B5EF4-FFF2-40B4-BE49-F238E27FC236}">
                <a16:creationId xmlns:a16="http://schemas.microsoft.com/office/drawing/2014/main" id="{BC33A1B3-2930-E4BA-E313-B314812E7F2C}"/>
              </a:ext>
            </a:extLst>
          </p:cNvPr>
          <p:cNvSpPr txBox="1"/>
          <p:nvPr/>
        </p:nvSpPr>
        <p:spPr>
          <a:xfrm>
            <a:off x="6627880" y="4195494"/>
            <a:ext cx="1901475" cy="23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7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75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3" name="Google Shape;577;p43">
            <a:extLst>
              <a:ext uri="{FF2B5EF4-FFF2-40B4-BE49-F238E27FC236}">
                <a16:creationId xmlns:a16="http://schemas.microsoft.com/office/drawing/2014/main" id="{44773B0D-64B8-B672-6CEC-737EE6359DB5}"/>
              </a:ext>
            </a:extLst>
          </p:cNvPr>
          <p:cNvCxnSpPr/>
          <p:nvPr/>
        </p:nvCxnSpPr>
        <p:spPr>
          <a:xfrm>
            <a:off x="5193844" y="4641495"/>
            <a:ext cx="138622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4" name="Google Shape;578;p43">
            <a:extLst>
              <a:ext uri="{FF2B5EF4-FFF2-40B4-BE49-F238E27FC236}">
                <a16:creationId xmlns:a16="http://schemas.microsoft.com/office/drawing/2014/main" id="{3BC4FAF5-FE05-310C-DA2D-7E4DCBC3B297}"/>
              </a:ext>
            </a:extLst>
          </p:cNvPr>
          <p:cNvSpPr txBox="1"/>
          <p:nvPr/>
        </p:nvSpPr>
        <p:spPr>
          <a:xfrm>
            <a:off x="6627880" y="4524105"/>
            <a:ext cx="1901475" cy="23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7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75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677451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983;p48">
            <a:extLst>
              <a:ext uri="{FF2B5EF4-FFF2-40B4-BE49-F238E27FC236}">
                <a16:creationId xmlns:a16="http://schemas.microsoft.com/office/drawing/2014/main" id="{F0D8C00B-91E5-095B-5602-1554F1464C0D}"/>
              </a:ext>
            </a:extLst>
          </p:cNvPr>
          <p:cNvGrpSpPr/>
          <p:nvPr/>
        </p:nvGrpSpPr>
        <p:grpSpPr>
          <a:xfrm>
            <a:off x="4902691" y="2549816"/>
            <a:ext cx="334289" cy="334315"/>
            <a:chOff x="3706812" y="1035050"/>
            <a:chExt cx="4792662" cy="4787899"/>
          </a:xfrm>
        </p:grpSpPr>
        <p:sp>
          <p:nvSpPr>
            <p:cNvPr id="5" name="Google Shape;984;p48">
              <a:extLst>
                <a:ext uri="{FF2B5EF4-FFF2-40B4-BE49-F238E27FC236}">
                  <a16:creationId xmlns:a16="http://schemas.microsoft.com/office/drawing/2014/main" id="{03797DB0-A645-35B6-E25E-15C0132F406E}"/>
                </a:ext>
              </a:extLst>
            </p:cNvPr>
            <p:cNvSpPr/>
            <p:nvPr/>
          </p:nvSpPr>
          <p:spPr>
            <a:xfrm>
              <a:off x="5913437" y="4054475"/>
              <a:ext cx="2273299" cy="1746250"/>
            </a:xfrm>
            <a:custGeom>
              <a:avLst/>
              <a:gdLst/>
              <a:ahLst/>
              <a:cxnLst/>
              <a:rect l="l" t="t" r="r" b="b"/>
              <a:pathLst>
                <a:path w="517" h="397" extrusionOk="0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985;p48">
              <a:extLst>
                <a:ext uri="{FF2B5EF4-FFF2-40B4-BE49-F238E27FC236}">
                  <a16:creationId xmlns:a16="http://schemas.microsoft.com/office/drawing/2014/main" id="{4E6F2550-0BAD-371A-7217-8FB2074CB0D3}"/>
                </a:ext>
              </a:extLst>
            </p:cNvPr>
            <p:cNvSpPr/>
            <p:nvPr/>
          </p:nvSpPr>
          <p:spPr>
            <a:xfrm>
              <a:off x="4137025" y="4141787"/>
              <a:ext cx="2019301" cy="1681162"/>
            </a:xfrm>
            <a:custGeom>
              <a:avLst/>
              <a:gdLst/>
              <a:ahLst/>
              <a:cxnLst/>
              <a:rect l="l" t="t" r="r" b="b"/>
              <a:pathLst>
                <a:path w="459" h="382" extrusionOk="0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986;p48">
              <a:extLst>
                <a:ext uri="{FF2B5EF4-FFF2-40B4-BE49-F238E27FC236}">
                  <a16:creationId xmlns:a16="http://schemas.microsoft.com/office/drawing/2014/main" id="{F212D77F-7825-87EE-E9C2-97A4458612AF}"/>
                </a:ext>
              </a:extLst>
            </p:cNvPr>
            <p:cNvSpPr/>
            <p:nvPr/>
          </p:nvSpPr>
          <p:spPr>
            <a:xfrm>
              <a:off x="4014787" y="1057275"/>
              <a:ext cx="2276475" cy="1747837"/>
            </a:xfrm>
            <a:custGeom>
              <a:avLst/>
              <a:gdLst/>
              <a:ahLst/>
              <a:cxnLst/>
              <a:rect l="l" t="t" r="r" b="b"/>
              <a:pathLst>
                <a:path w="518" h="397" extrusionOk="0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987;p48">
              <a:extLst>
                <a:ext uri="{FF2B5EF4-FFF2-40B4-BE49-F238E27FC236}">
                  <a16:creationId xmlns:a16="http://schemas.microsoft.com/office/drawing/2014/main" id="{93B99675-A89F-0DE3-A9A3-939C4EB04FFF}"/>
                </a:ext>
              </a:extLst>
            </p:cNvPr>
            <p:cNvSpPr/>
            <p:nvPr/>
          </p:nvSpPr>
          <p:spPr>
            <a:xfrm>
              <a:off x="3706812" y="2355850"/>
              <a:ext cx="1323975" cy="2309812"/>
            </a:xfrm>
            <a:custGeom>
              <a:avLst/>
              <a:gdLst/>
              <a:ahLst/>
              <a:cxnLst/>
              <a:rect l="l" t="t" r="r" b="b"/>
              <a:pathLst>
                <a:path w="301" h="525" extrusionOk="0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988;p48">
              <a:extLst>
                <a:ext uri="{FF2B5EF4-FFF2-40B4-BE49-F238E27FC236}">
                  <a16:creationId xmlns:a16="http://schemas.microsoft.com/office/drawing/2014/main" id="{86EB840B-BA5B-2F9C-174C-90D27ABDF02F}"/>
                </a:ext>
              </a:extLst>
            </p:cNvPr>
            <p:cNvSpPr/>
            <p:nvPr/>
          </p:nvSpPr>
          <p:spPr>
            <a:xfrm>
              <a:off x="7170737" y="2192337"/>
              <a:ext cx="1328737" cy="2314575"/>
            </a:xfrm>
            <a:custGeom>
              <a:avLst/>
              <a:gdLst/>
              <a:ahLst/>
              <a:cxnLst/>
              <a:rect l="l" t="t" r="r" b="b"/>
              <a:pathLst>
                <a:path w="302" h="526" extrusionOk="0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989;p48">
              <a:extLst>
                <a:ext uri="{FF2B5EF4-FFF2-40B4-BE49-F238E27FC236}">
                  <a16:creationId xmlns:a16="http://schemas.microsoft.com/office/drawing/2014/main" id="{333A6874-A9C7-7ABD-73B8-59F904BB9FC9}"/>
                </a:ext>
              </a:extLst>
            </p:cNvPr>
            <p:cNvSpPr/>
            <p:nvPr/>
          </p:nvSpPr>
          <p:spPr>
            <a:xfrm>
              <a:off x="6045200" y="1035050"/>
              <a:ext cx="2019301" cy="1685925"/>
            </a:xfrm>
            <a:custGeom>
              <a:avLst/>
              <a:gdLst/>
              <a:ahLst/>
              <a:cxnLst/>
              <a:rect l="l" t="t" r="r" b="b"/>
              <a:pathLst>
                <a:path w="459" h="383" extrusionOk="0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oogle Shape;990;p48">
            <a:extLst>
              <a:ext uri="{FF2B5EF4-FFF2-40B4-BE49-F238E27FC236}">
                <a16:creationId xmlns:a16="http://schemas.microsoft.com/office/drawing/2014/main" id="{136FE576-AEF9-4D4F-01F1-3FF82D607086}"/>
              </a:ext>
            </a:extLst>
          </p:cNvPr>
          <p:cNvGrpSpPr/>
          <p:nvPr/>
        </p:nvGrpSpPr>
        <p:grpSpPr>
          <a:xfrm>
            <a:off x="3943066" y="2549835"/>
            <a:ext cx="332498" cy="334078"/>
            <a:chOff x="1400175" y="1220787"/>
            <a:chExt cx="4473575" cy="4476750"/>
          </a:xfrm>
        </p:grpSpPr>
        <p:sp>
          <p:nvSpPr>
            <p:cNvPr id="12" name="Google Shape;991;p48">
              <a:extLst>
                <a:ext uri="{FF2B5EF4-FFF2-40B4-BE49-F238E27FC236}">
                  <a16:creationId xmlns:a16="http://schemas.microsoft.com/office/drawing/2014/main" id="{2E8617F1-0F21-B62C-9C39-1E41A1298E90}"/>
                </a:ext>
              </a:extLst>
            </p:cNvPr>
            <p:cNvSpPr/>
            <p:nvPr/>
          </p:nvSpPr>
          <p:spPr>
            <a:xfrm>
              <a:off x="1400175" y="3135312"/>
              <a:ext cx="2132011" cy="2562226"/>
            </a:xfrm>
            <a:custGeom>
              <a:avLst/>
              <a:gdLst/>
              <a:ahLst/>
              <a:cxnLst/>
              <a:rect l="l" t="t" r="r" b="b"/>
              <a:pathLst>
                <a:path w="478" h="574" extrusionOk="0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992;p48">
              <a:extLst>
                <a:ext uri="{FF2B5EF4-FFF2-40B4-BE49-F238E27FC236}">
                  <a16:creationId xmlns:a16="http://schemas.microsoft.com/office/drawing/2014/main" id="{32629572-BC1D-A8F5-D0F7-000B5F2E0F49}"/>
                </a:ext>
              </a:extLst>
            </p:cNvPr>
            <p:cNvSpPr/>
            <p:nvPr/>
          </p:nvSpPr>
          <p:spPr>
            <a:xfrm>
              <a:off x="3314700" y="3563937"/>
              <a:ext cx="2559050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93;p48">
              <a:extLst>
                <a:ext uri="{FF2B5EF4-FFF2-40B4-BE49-F238E27FC236}">
                  <a16:creationId xmlns:a16="http://schemas.microsoft.com/office/drawing/2014/main" id="{F8AAA964-BFC8-2A03-33BF-E5BCC9CE0475}"/>
                </a:ext>
              </a:extLst>
            </p:cNvPr>
            <p:cNvSpPr/>
            <p:nvPr/>
          </p:nvSpPr>
          <p:spPr>
            <a:xfrm>
              <a:off x="3741737" y="1223962"/>
              <a:ext cx="2132011" cy="2559050"/>
            </a:xfrm>
            <a:custGeom>
              <a:avLst/>
              <a:gdLst/>
              <a:ahLst/>
              <a:cxnLst/>
              <a:rect l="l" t="t" r="r" b="b"/>
              <a:pathLst>
                <a:path w="478" h="573" extrusionOk="0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994;p48">
              <a:extLst>
                <a:ext uri="{FF2B5EF4-FFF2-40B4-BE49-F238E27FC236}">
                  <a16:creationId xmlns:a16="http://schemas.microsoft.com/office/drawing/2014/main" id="{F5BF995A-89D5-33AD-1049-F7962C952730}"/>
                </a:ext>
              </a:extLst>
            </p:cNvPr>
            <p:cNvSpPr/>
            <p:nvPr/>
          </p:nvSpPr>
          <p:spPr>
            <a:xfrm>
              <a:off x="1400175" y="1220787"/>
              <a:ext cx="2560637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995;p48">
            <a:extLst>
              <a:ext uri="{FF2B5EF4-FFF2-40B4-BE49-F238E27FC236}">
                <a16:creationId xmlns:a16="http://schemas.microsoft.com/office/drawing/2014/main" id="{14A87AC3-21A2-F0A1-9862-925AF8260F8F}"/>
              </a:ext>
            </a:extLst>
          </p:cNvPr>
          <p:cNvGrpSpPr/>
          <p:nvPr/>
        </p:nvGrpSpPr>
        <p:grpSpPr>
          <a:xfrm>
            <a:off x="3462057" y="2549849"/>
            <a:ext cx="334534" cy="334099"/>
            <a:chOff x="1649412" y="927100"/>
            <a:chExt cx="5011737" cy="5016500"/>
          </a:xfrm>
        </p:grpSpPr>
        <p:sp>
          <p:nvSpPr>
            <p:cNvPr id="17" name="Google Shape;996;p48">
              <a:extLst>
                <a:ext uri="{FF2B5EF4-FFF2-40B4-BE49-F238E27FC236}">
                  <a16:creationId xmlns:a16="http://schemas.microsoft.com/office/drawing/2014/main" id="{F90D397B-67D2-51A8-5C15-D1B2463B386A}"/>
                </a:ext>
              </a:extLst>
            </p:cNvPr>
            <p:cNvSpPr/>
            <p:nvPr/>
          </p:nvSpPr>
          <p:spPr>
            <a:xfrm>
              <a:off x="2008187" y="4025900"/>
              <a:ext cx="4252913" cy="1917700"/>
            </a:xfrm>
            <a:custGeom>
              <a:avLst/>
              <a:gdLst/>
              <a:ahLst/>
              <a:cxnLst/>
              <a:rect l="l" t="t" r="r" b="b"/>
              <a:pathLst>
                <a:path w="999" h="450" extrusionOk="0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997;p48">
              <a:extLst>
                <a:ext uri="{FF2B5EF4-FFF2-40B4-BE49-F238E27FC236}">
                  <a16:creationId xmlns:a16="http://schemas.microsoft.com/office/drawing/2014/main" id="{C0F65F88-AA09-B744-8476-9EA92582AA09}"/>
                </a:ext>
              </a:extLst>
            </p:cNvPr>
            <p:cNvSpPr/>
            <p:nvPr/>
          </p:nvSpPr>
          <p:spPr>
            <a:xfrm>
              <a:off x="4271962" y="931862"/>
              <a:ext cx="2389187" cy="3724276"/>
            </a:xfrm>
            <a:custGeom>
              <a:avLst/>
              <a:gdLst/>
              <a:ahLst/>
              <a:cxnLst/>
              <a:rect l="l" t="t" r="r" b="b"/>
              <a:pathLst>
                <a:path w="561" h="874" extrusionOk="0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998;p48">
              <a:extLst>
                <a:ext uri="{FF2B5EF4-FFF2-40B4-BE49-F238E27FC236}">
                  <a16:creationId xmlns:a16="http://schemas.microsoft.com/office/drawing/2014/main" id="{489BA13B-53BF-352C-E68E-8A2F3E388B8E}"/>
                </a:ext>
              </a:extLst>
            </p:cNvPr>
            <p:cNvSpPr/>
            <p:nvPr/>
          </p:nvSpPr>
          <p:spPr>
            <a:xfrm>
              <a:off x="1649412" y="927100"/>
              <a:ext cx="2870200" cy="3652836"/>
            </a:xfrm>
            <a:custGeom>
              <a:avLst/>
              <a:gdLst/>
              <a:ahLst/>
              <a:cxnLst/>
              <a:rect l="l" t="t" r="r" b="b"/>
              <a:pathLst>
                <a:path w="674" h="857" extrusionOk="0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999;p48">
            <a:extLst>
              <a:ext uri="{FF2B5EF4-FFF2-40B4-BE49-F238E27FC236}">
                <a16:creationId xmlns:a16="http://schemas.microsoft.com/office/drawing/2014/main" id="{72FDC24C-68D4-4651-D83C-0EBA69D21081}"/>
              </a:ext>
            </a:extLst>
          </p:cNvPr>
          <p:cNvGrpSpPr/>
          <p:nvPr/>
        </p:nvGrpSpPr>
        <p:grpSpPr>
          <a:xfrm>
            <a:off x="4422323" y="2550038"/>
            <a:ext cx="333653" cy="333965"/>
            <a:chOff x="1301750" y="920750"/>
            <a:chExt cx="5095875" cy="5100637"/>
          </a:xfrm>
        </p:grpSpPr>
        <p:sp>
          <p:nvSpPr>
            <p:cNvPr id="21" name="Google Shape;1000;p48">
              <a:extLst>
                <a:ext uri="{FF2B5EF4-FFF2-40B4-BE49-F238E27FC236}">
                  <a16:creationId xmlns:a16="http://schemas.microsoft.com/office/drawing/2014/main" id="{79899FA5-23B2-3054-ED7C-F06DD801D473}"/>
                </a:ext>
              </a:extLst>
            </p:cNvPr>
            <p:cNvSpPr/>
            <p:nvPr/>
          </p:nvSpPr>
          <p:spPr>
            <a:xfrm>
              <a:off x="1301750" y="2546350"/>
              <a:ext cx="1801812" cy="2917825"/>
            </a:xfrm>
            <a:custGeom>
              <a:avLst/>
              <a:gdLst/>
              <a:ahLst/>
              <a:cxnLst/>
              <a:rect l="l" t="t" r="r" b="b"/>
              <a:pathLst>
                <a:path w="405" h="655" extrusionOk="0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001;p48">
              <a:extLst>
                <a:ext uri="{FF2B5EF4-FFF2-40B4-BE49-F238E27FC236}">
                  <a16:creationId xmlns:a16="http://schemas.microsoft.com/office/drawing/2014/main" id="{D4D54C75-1E1D-0B67-D726-167E3CD06C8A}"/>
                </a:ext>
              </a:extLst>
            </p:cNvPr>
            <p:cNvSpPr/>
            <p:nvPr/>
          </p:nvSpPr>
          <p:spPr>
            <a:xfrm>
              <a:off x="2387600" y="4403725"/>
              <a:ext cx="2865436" cy="1617662"/>
            </a:xfrm>
            <a:custGeom>
              <a:avLst/>
              <a:gdLst/>
              <a:ahLst/>
              <a:cxnLst/>
              <a:rect l="l" t="t" r="r" b="b"/>
              <a:pathLst>
                <a:path w="644" h="363" extrusionOk="0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002;p48">
              <a:extLst>
                <a:ext uri="{FF2B5EF4-FFF2-40B4-BE49-F238E27FC236}">
                  <a16:creationId xmlns:a16="http://schemas.microsoft.com/office/drawing/2014/main" id="{59F77696-6A28-555A-0645-620B8CA01FA3}"/>
                </a:ext>
              </a:extLst>
            </p:cNvPr>
            <p:cNvSpPr/>
            <p:nvPr/>
          </p:nvSpPr>
          <p:spPr>
            <a:xfrm>
              <a:off x="4546600" y="2790825"/>
              <a:ext cx="1851025" cy="2717800"/>
            </a:xfrm>
            <a:custGeom>
              <a:avLst/>
              <a:gdLst/>
              <a:ahLst/>
              <a:cxnLst/>
              <a:rect l="l" t="t" r="r" b="b"/>
              <a:pathLst>
                <a:path w="416" h="610" extrusionOk="0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003;p48">
              <a:extLst>
                <a:ext uri="{FF2B5EF4-FFF2-40B4-BE49-F238E27FC236}">
                  <a16:creationId xmlns:a16="http://schemas.microsoft.com/office/drawing/2014/main" id="{E8DEC584-D86C-EF8A-EB7E-90E38D8461A3}"/>
                </a:ext>
              </a:extLst>
            </p:cNvPr>
            <p:cNvSpPr/>
            <p:nvPr/>
          </p:nvSpPr>
          <p:spPr>
            <a:xfrm>
              <a:off x="3962400" y="925512"/>
              <a:ext cx="2297112" cy="2333625"/>
            </a:xfrm>
            <a:custGeom>
              <a:avLst/>
              <a:gdLst/>
              <a:ahLst/>
              <a:cxnLst/>
              <a:rect l="l" t="t" r="r" b="b"/>
              <a:pathLst>
                <a:path w="516" h="524" extrusionOk="0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004;p48">
              <a:extLst>
                <a:ext uri="{FF2B5EF4-FFF2-40B4-BE49-F238E27FC236}">
                  <a16:creationId xmlns:a16="http://schemas.microsoft.com/office/drawing/2014/main" id="{41BFF096-7B34-1D6D-08EE-59FF98137031}"/>
                </a:ext>
              </a:extLst>
            </p:cNvPr>
            <p:cNvSpPr/>
            <p:nvPr/>
          </p:nvSpPr>
          <p:spPr>
            <a:xfrm>
              <a:off x="1466850" y="920750"/>
              <a:ext cx="2759074" cy="2097087"/>
            </a:xfrm>
            <a:custGeom>
              <a:avLst/>
              <a:gdLst/>
              <a:ahLst/>
              <a:cxnLst/>
              <a:rect l="l" t="t" r="r" b="b"/>
              <a:pathLst>
                <a:path w="620" h="471" extrusionOk="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1005;p48">
            <a:extLst>
              <a:ext uri="{FF2B5EF4-FFF2-40B4-BE49-F238E27FC236}">
                <a16:creationId xmlns:a16="http://schemas.microsoft.com/office/drawing/2014/main" id="{0DAC9EC8-73AA-2A1D-5517-2A5A7436E15D}"/>
              </a:ext>
            </a:extLst>
          </p:cNvPr>
          <p:cNvGrpSpPr/>
          <p:nvPr/>
        </p:nvGrpSpPr>
        <p:grpSpPr>
          <a:xfrm>
            <a:off x="5864700" y="2549971"/>
            <a:ext cx="334216" cy="334193"/>
            <a:chOff x="5732756" y="2682276"/>
            <a:chExt cx="719905" cy="719856"/>
          </a:xfrm>
        </p:grpSpPr>
        <p:sp>
          <p:nvSpPr>
            <p:cNvPr id="27" name="Google Shape;1006;p48">
              <a:extLst>
                <a:ext uri="{FF2B5EF4-FFF2-40B4-BE49-F238E27FC236}">
                  <a16:creationId xmlns:a16="http://schemas.microsoft.com/office/drawing/2014/main" id="{05BD8A57-E278-BA80-20EA-606CE3DDDBD7}"/>
                </a:ext>
              </a:extLst>
            </p:cNvPr>
            <p:cNvSpPr/>
            <p:nvPr/>
          </p:nvSpPr>
          <p:spPr>
            <a:xfrm>
              <a:off x="5732756" y="2682276"/>
              <a:ext cx="400276" cy="538927"/>
            </a:xfrm>
            <a:custGeom>
              <a:avLst/>
              <a:gdLst/>
              <a:ahLst/>
              <a:cxnLst/>
              <a:rect l="l" t="t" r="r" b="b"/>
              <a:pathLst>
                <a:path w="670" h="902" extrusionOk="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007;p48">
              <a:extLst>
                <a:ext uri="{FF2B5EF4-FFF2-40B4-BE49-F238E27FC236}">
                  <a16:creationId xmlns:a16="http://schemas.microsoft.com/office/drawing/2014/main" id="{73DA98D2-2971-8F8E-9D62-CCB0CAB05DF8}"/>
                </a:ext>
              </a:extLst>
            </p:cNvPr>
            <p:cNvSpPr/>
            <p:nvPr/>
          </p:nvSpPr>
          <p:spPr>
            <a:xfrm>
              <a:off x="6094186" y="2682276"/>
              <a:ext cx="358476" cy="531209"/>
            </a:xfrm>
            <a:custGeom>
              <a:avLst/>
              <a:gdLst/>
              <a:ahLst/>
              <a:cxnLst/>
              <a:rect l="l" t="t" r="r" b="b"/>
              <a:pathLst>
                <a:path w="600" h="889" extrusionOk="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008;p48">
              <a:extLst>
                <a:ext uri="{FF2B5EF4-FFF2-40B4-BE49-F238E27FC236}">
                  <a16:creationId xmlns:a16="http://schemas.microsoft.com/office/drawing/2014/main" id="{9423EEF1-BE31-F88A-0562-03CE070D910A}"/>
                </a:ext>
              </a:extLst>
            </p:cNvPr>
            <p:cNvSpPr/>
            <p:nvPr/>
          </p:nvSpPr>
          <p:spPr>
            <a:xfrm>
              <a:off x="5787732" y="3124950"/>
              <a:ext cx="616090" cy="277182"/>
            </a:xfrm>
            <a:custGeom>
              <a:avLst/>
              <a:gdLst/>
              <a:ahLst/>
              <a:cxnLst/>
              <a:rect l="l" t="t" r="r" b="b"/>
              <a:pathLst>
                <a:path w="1031" h="464" extrusionOk="0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1009;p48">
            <a:extLst>
              <a:ext uri="{FF2B5EF4-FFF2-40B4-BE49-F238E27FC236}">
                <a16:creationId xmlns:a16="http://schemas.microsoft.com/office/drawing/2014/main" id="{B582262C-F770-88EA-FC02-196744B90CAA}"/>
              </a:ext>
            </a:extLst>
          </p:cNvPr>
          <p:cNvGrpSpPr/>
          <p:nvPr/>
        </p:nvGrpSpPr>
        <p:grpSpPr>
          <a:xfrm>
            <a:off x="6345688" y="2549966"/>
            <a:ext cx="334220" cy="334203"/>
            <a:chOff x="6768809" y="2682265"/>
            <a:chExt cx="719915" cy="719877"/>
          </a:xfrm>
        </p:grpSpPr>
        <p:sp>
          <p:nvSpPr>
            <p:cNvPr id="31" name="Google Shape;1010;p48">
              <a:extLst>
                <a:ext uri="{FF2B5EF4-FFF2-40B4-BE49-F238E27FC236}">
                  <a16:creationId xmlns:a16="http://schemas.microsoft.com/office/drawing/2014/main" id="{3FD328C3-BAAE-C8AA-0CE0-CD1DC5E1AC92}"/>
                </a:ext>
              </a:extLst>
            </p:cNvPr>
            <p:cNvSpPr/>
            <p:nvPr/>
          </p:nvSpPr>
          <p:spPr>
            <a:xfrm>
              <a:off x="6768809" y="2682954"/>
              <a:ext cx="400157" cy="358101"/>
            </a:xfrm>
            <a:custGeom>
              <a:avLst/>
              <a:gdLst/>
              <a:ahLst/>
              <a:cxnLst/>
              <a:rect l="l" t="t" r="r" b="b"/>
              <a:pathLst>
                <a:path w="638" h="571" extrusionOk="0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1011;p48">
              <a:extLst>
                <a:ext uri="{FF2B5EF4-FFF2-40B4-BE49-F238E27FC236}">
                  <a16:creationId xmlns:a16="http://schemas.microsoft.com/office/drawing/2014/main" id="{15D48E42-8BCD-1495-7F9F-46F1248D2449}"/>
                </a:ext>
              </a:extLst>
            </p:cNvPr>
            <p:cNvSpPr/>
            <p:nvPr/>
          </p:nvSpPr>
          <p:spPr>
            <a:xfrm>
              <a:off x="6768809" y="3002032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1012;p48">
              <a:extLst>
                <a:ext uri="{FF2B5EF4-FFF2-40B4-BE49-F238E27FC236}">
                  <a16:creationId xmlns:a16="http://schemas.microsoft.com/office/drawing/2014/main" id="{E2DE3B85-9671-263B-3ABA-D1C4F52B9B01}"/>
                </a:ext>
              </a:extLst>
            </p:cNvPr>
            <p:cNvSpPr/>
            <p:nvPr/>
          </p:nvSpPr>
          <p:spPr>
            <a:xfrm>
              <a:off x="7129915" y="2682265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013;p48">
              <a:extLst>
                <a:ext uri="{FF2B5EF4-FFF2-40B4-BE49-F238E27FC236}">
                  <a16:creationId xmlns:a16="http://schemas.microsoft.com/office/drawing/2014/main" id="{E315751B-BEED-2471-5990-3A202B8E4C84}"/>
                </a:ext>
              </a:extLst>
            </p:cNvPr>
            <p:cNvSpPr/>
            <p:nvPr/>
          </p:nvSpPr>
          <p:spPr>
            <a:xfrm>
              <a:off x="7088567" y="3043581"/>
              <a:ext cx="400157" cy="358561"/>
            </a:xfrm>
            <a:custGeom>
              <a:avLst/>
              <a:gdLst/>
              <a:ahLst/>
              <a:cxnLst/>
              <a:rect l="l" t="t" r="r" b="b"/>
              <a:pathLst>
                <a:path w="638" h="572" extrusionOk="0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1014;p48">
            <a:extLst>
              <a:ext uri="{FF2B5EF4-FFF2-40B4-BE49-F238E27FC236}">
                <a16:creationId xmlns:a16="http://schemas.microsoft.com/office/drawing/2014/main" id="{7CC2EC0F-4A15-C719-B435-6EDE5395674E}"/>
              </a:ext>
            </a:extLst>
          </p:cNvPr>
          <p:cNvGrpSpPr/>
          <p:nvPr/>
        </p:nvGrpSpPr>
        <p:grpSpPr>
          <a:xfrm>
            <a:off x="6826682" y="2549988"/>
            <a:ext cx="334315" cy="334159"/>
            <a:chOff x="7804870" y="2682313"/>
            <a:chExt cx="720118" cy="719782"/>
          </a:xfrm>
        </p:grpSpPr>
        <p:sp>
          <p:nvSpPr>
            <p:cNvPr id="36" name="Google Shape;1015;p48">
              <a:extLst>
                <a:ext uri="{FF2B5EF4-FFF2-40B4-BE49-F238E27FC236}">
                  <a16:creationId xmlns:a16="http://schemas.microsoft.com/office/drawing/2014/main" id="{D15EDF14-1579-AE73-63C8-BFAFFE621BF9}"/>
                </a:ext>
              </a:extLst>
            </p:cNvPr>
            <p:cNvSpPr/>
            <p:nvPr/>
          </p:nvSpPr>
          <p:spPr>
            <a:xfrm>
              <a:off x="7804870" y="2922841"/>
              <a:ext cx="256443" cy="407568"/>
            </a:xfrm>
            <a:custGeom>
              <a:avLst/>
              <a:gdLst/>
              <a:ahLst/>
              <a:cxnLst/>
              <a:rect l="l" t="t" r="r" b="b"/>
              <a:pathLst>
                <a:path w="376" h="598" extrusionOk="0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1016;p48">
              <a:extLst>
                <a:ext uri="{FF2B5EF4-FFF2-40B4-BE49-F238E27FC236}">
                  <a16:creationId xmlns:a16="http://schemas.microsoft.com/office/drawing/2014/main" id="{7AEE58F8-2B26-BC3B-EE95-F5FF90D38397}"/>
                </a:ext>
              </a:extLst>
            </p:cNvPr>
            <p:cNvSpPr/>
            <p:nvPr/>
          </p:nvSpPr>
          <p:spPr>
            <a:xfrm>
              <a:off x="7823833" y="2682313"/>
              <a:ext cx="377215" cy="304549"/>
            </a:xfrm>
            <a:custGeom>
              <a:avLst/>
              <a:gdLst/>
              <a:ahLst/>
              <a:cxnLst/>
              <a:rect l="l" t="t" r="r" b="b"/>
              <a:pathLst>
                <a:path w="553" h="447" extrusionOk="0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1017;p48">
              <a:extLst>
                <a:ext uri="{FF2B5EF4-FFF2-40B4-BE49-F238E27FC236}">
                  <a16:creationId xmlns:a16="http://schemas.microsoft.com/office/drawing/2014/main" id="{E2325C19-853D-AFBE-15F0-E79E80BAEC84}"/>
                </a:ext>
              </a:extLst>
            </p:cNvPr>
            <p:cNvSpPr/>
            <p:nvPr/>
          </p:nvSpPr>
          <p:spPr>
            <a:xfrm>
              <a:off x="8277575" y="2932985"/>
              <a:ext cx="247414" cy="390661"/>
            </a:xfrm>
            <a:custGeom>
              <a:avLst/>
              <a:gdLst/>
              <a:ahLst/>
              <a:cxnLst/>
              <a:rect l="l" t="t" r="r" b="b"/>
              <a:pathLst>
                <a:path w="363" h="573" extrusionOk="0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1018;p48">
              <a:extLst>
                <a:ext uri="{FF2B5EF4-FFF2-40B4-BE49-F238E27FC236}">
                  <a16:creationId xmlns:a16="http://schemas.microsoft.com/office/drawing/2014/main" id="{639D2B4A-D0B4-09AA-522C-D00AAEC31529}"/>
                </a:ext>
              </a:extLst>
            </p:cNvPr>
            <p:cNvSpPr/>
            <p:nvPr/>
          </p:nvSpPr>
          <p:spPr>
            <a:xfrm>
              <a:off x="8166284" y="2682313"/>
              <a:ext cx="336357" cy="315595"/>
            </a:xfrm>
            <a:custGeom>
              <a:avLst/>
              <a:gdLst/>
              <a:ahLst/>
              <a:cxnLst/>
              <a:rect l="l" t="t" r="r" b="b"/>
              <a:pathLst>
                <a:path w="493" h="463" extrusionOk="0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1019;p48">
              <a:extLst>
                <a:ext uri="{FF2B5EF4-FFF2-40B4-BE49-F238E27FC236}">
                  <a16:creationId xmlns:a16="http://schemas.microsoft.com/office/drawing/2014/main" id="{EFD56FA8-AE83-BF35-A453-9EA808E6A2E5}"/>
                </a:ext>
              </a:extLst>
            </p:cNvPr>
            <p:cNvSpPr/>
            <p:nvPr/>
          </p:nvSpPr>
          <p:spPr>
            <a:xfrm>
              <a:off x="7965147" y="3183207"/>
              <a:ext cx="408594" cy="218887"/>
            </a:xfrm>
            <a:custGeom>
              <a:avLst/>
              <a:gdLst/>
              <a:ahLst/>
              <a:cxnLst/>
              <a:rect l="l" t="t" r="r" b="b"/>
              <a:pathLst>
                <a:path w="599" h="321" extrusionOk="0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1020;p48">
            <a:extLst>
              <a:ext uri="{FF2B5EF4-FFF2-40B4-BE49-F238E27FC236}">
                <a16:creationId xmlns:a16="http://schemas.microsoft.com/office/drawing/2014/main" id="{D813E6B4-3550-3003-97DF-173CB1A2C23A}"/>
              </a:ext>
            </a:extLst>
          </p:cNvPr>
          <p:cNvGrpSpPr/>
          <p:nvPr/>
        </p:nvGrpSpPr>
        <p:grpSpPr>
          <a:xfrm>
            <a:off x="7307765" y="2549814"/>
            <a:ext cx="334720" cy="334505"/>
            <a:chOff x="8841135" y="2681940"/>
            <a:chExt cx="720990" cy="720527"/>
          </a:xfrm>
        </p:grpSpPr>
        <p:sp>
          <p:nvSpPr>
            <p:cNvPr id="42" name="Google Shape;1021;p48">
              <a:extLst>
                <a:ext uri="{FF2B5EF4-FFF2-40B4-BE49-F238E27FC236}">
                  <a16:creationId xmlns:a16="http://schemas.microsoft.com/office/drawing/2014/main" id="{EA437B2C-1178-A3D5-BAF6-1FB734C4F720}"/>
                </a:ext>
              </a:extLst>
            </p:cNvPr>
            <p:cNvSpPr/>
            <p:nvPr/>
          </p:nvSpPr>
          <p:spPr>
            <a:xfrm>
              <a:off x="8841135" y="2874744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1022;p48">
              <a:extLst>
                <a:ext uri="{FF2B5EF4-FFF2-40B4-BE49-F238E27FC236}">
                  <a16:creationId xmlns:a16="http://schemas.microsoft.com/office/drawing/2014/main" id="{EE6467E8-7B98-9B46-E0E7-5637A3753CE9}"/>
                </a:ext>
              </a:extLst>
            </p:cNvPr>
            <p:cNvSpPr/>
            <p:nvPr/>
          </p:nvSpPr>
          <p:spPr>
            <a:xfrm>
              <a:off x="8899694" y="3138374"/>
              <a:ext cx="304599" cy="264093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1023;p48">
              <a:extLst>
                <a:ext uri="{FF2B5EF4-FFF2-40B4-BE49-F238E27FC236}">
                  <a16:creationId xmlns:a16="http://schemas.microsoft.com/office/drawing/2014/main" id="{56A51C4A-2349-1664-B85B-FB8529EBC947}"/>
                </a:ext>
              </a:extLst>
            </p:cNvPr>
            <p:cNvSpPr/>
            <p:nvPr/>
          </p:nvSpPr>
          <p:spPr>
            <a:xfrm>
              <a:off x="8889742" y="2681940"/>
              <a:ext cx="344871" cy="273814"/>
            </a:xfrm>
            <a:custGeom>
              <a:avLst/>
              <a:gdLst/>
              <a:ahLst/>
              <a:cxnLst/>
              <a:rect l="l" t="t" r="r" b="b"/>
              <a:pathLst>
                <a:path w="511" h="405" extrusionOk="0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024;p48">
              <a:extLst>
                <a:ext uri="{FF2B5EF4-FFF2-40B4-BE49-F238E27FC236}">
                  <a16:creationId xmlns:a16="http://schemas.microsoft.com/office/drawing/2014/main" id="{3B9C45B9-30A4-E83E-DB82-D4A11E16A6DD}"/>
                </a:ext>
              </a:extLst>
            </p:cNvPr>
            <p:cNvSpPr/>
            <p:nvPr/>
          </p:nvSpPr>
          <p:spPr>
            <a:xfrm>
              <a:off x="9198969" y="2681940"/>
              <a:ext cx="304599" cy="264325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025;p48">
              <a:extLst>
                <a:ext uri="{FF2B5EF4-FFF2-40B4-BE49-F238E27FC236}">
                  <a16:creationId xmlns:a16="http://schemas.microsoft.com/office/drawing/2014/main" id="{F295055D-542D-1038-FD44-135584CDDB9E}"/>
                </a:ext>
              </a:extLst>
            </p:cNvPr>
            <p:cNvSpPr/>
            <p:nvPr/>
          </p:nvSpPr>
          <p:spPr>
            <a:xfrm>
              <a:off x="9351499" y="2861088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026;p48">
              <a:extLst>
                <a:ext uri="{FF2B5EF4-FFF2-40B4-BE49-F238E27FC236}">
                  <a16:creationId xmlns:a16="http://schemas.microsoft.com/office/drawing/2014/main" id="{BED3809B-F1E4-DFDF-9A2F-0A4EC40300F6}"/>
                </a:ext>
              </a:extLst>
            </p:cNvPr>
            <p:cNvSpPr/>
            <p:nvPr/>
          </p:nvSpPr>
          <p:spPr>
            <a:xfrm>
              <a:off x="9168648" y="3128885"/>
              <a:ext cx="344871" cy="273120"/>
            </a:xfrm>
            <a:custGeom>
              <a:avLst/>
              <a:gdLst/>
              <a:ahLst/>
              <a:cxnLst/>
              <a:rect l="l" t="t" r="r" b="b"/>
              <a:pathLst>
                <a:path w="511" h="404" extrusionOk="0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" name="Google Shape;1027;p48">
            <a:extLst>
              <a:ext uri="{FF2B5EF4-FFF2-40B4-BE49-F238E27FC236}">
                <a16:creationId xmlns:a16="http://schemas.microsoft.com/office/drawing/2014/main" id="{8949E70E-3317-071A-6C18-C82D8326E2C1}"/>
              </a:ext>
            </a:extLst>
          </p:cNvPr>
          <p:cNvGrpSpPr/>
          <p:nvPr/>
        </p:nvGrpSpPr>
        <p:grpSpPr>
          <a:xfrm>
            <a:off x="5383265" y="2549762"/>
            <a:ext cx="333945" cy="333945"/>
            <a:chOff x="4103687" y="1439862"/>
            <a:chExt cx="3986212" cy="3986211"/>
          </a:xfrm>
        </p:grpSpPr>
        <p:sp>
          <p:nvSpPr>
            <p:cNvPr id="49" name="Google Shape;1028;p48">
              <a:extLst>
                <a:ext uri="{FF2B5EF4-FFF2-40B4-BE49-F238E27FC236}">
                  <a16:creationId xmlns:a16="http://schemas.microsoft.com/office/drawing/2014/main" id="{0413AE61-0EB4-0DF0-C0B8-4CFA79BC0615}"/>
                </a:ext>
              </a:extLst>
            </p:cNvPr>
            <p:cNvSpPr/>
            <p:nvPr/>
          </p:nvSpPr>
          <p:spPr>
            <a:xfrm>
              <a:off x="4103687" y="1439862"/>
              <a:ext cx="2254250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029;p48">
              <a:extLst>
                <a:ext uri="{FF2B5EF4-FFF2-40B4-BE49-F238E27FC236}">
                  <a16:creationId xmlns:a16="http://schemas.microsoft.com/office/drawing/2014/main" id="{3A0AFFDA-C2C7-7870-E146-9241CE3B7279}"/>
                </a:ext>
              </a:extLst>
            </p:cNvPr>
            <p:cNvSpPr/>
            <p:nvPr/>
          </p:nvSpPr>
          <p:spPr>
            <a:xfrm>
              <a:off x="5837237" y="1439862"/>
              <a:ext cx="2252662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1030;p48">
            <a:extLst>
              <a:ext uri="{FF2B5EF4-FFF2-40B4-BE49-F238E27FC236}">
                <a16:creationId xmlns:a16="http://schemas.microsoft.com/office/drawing/2014/main" id="{0B4AD6D0-A8D9-A92A-025E-EAB3C3B55216}"/>
              </a:ext>
            </a:extLst>
          </p:cNvPr>
          <p:cNvGrpSpPr/>
          <p:nvPr/>
        </p:nvGrpSpPr>
        <p:grpSpPr>
          <a:xfrm>
            <a:off x="7789255" y="2549992"/>
            <a:ext cx="334352" cy="334151"/>
            <a:chOff x="9878272" y="2682320"/>
            <a:chExt cx="720199" cy="719767"/>
          </a:xfrm>
        </p:grpSpPr>
        <p:sp>
          <p:nvSpPr>
            <p:cNvPr id="52" name="Google Shape;1031;p48">
              <a:extLst>
                <a:ext uri="{FF2B5EF4-FFF2-40B4-BE49-F238E27FC236}">
                  <a16:creationId xmlns:a16="http://schemas.microsoft.com/office/drawing/2014/main" id="{E9F8761F-E3B8-9B87-9932-FD87B10EF214}"/>
                </a:ext>
              </a:extLst>
            </p:cNvPr>
            <p:cNvSpPr/>
            <p:nvPr/>
          </p:nvSpPr>
          <p:spPr>
            <a:xfrm>
              <a:off x="10056560" y="2963533"/>
              <a:ext cx="541911" cy="438554"/>
            </a:xfrm>
            <a:custGeom>
              <a:avLst/>
              <a:gdLst/>
              <a:ahLst/>
              <a:cxnLst/>
              <a:rect l="l" t="t" r="r" b="b"/>
              <a:pathLst>
                <a:path w="861" h="697" extrusionOk="0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032;p48">
              <a:extLst>
                <a:ext uri="{FF2B5EF4-FFF2-40B4-BE49-F238E27FC236}">
                  <a16:creationId xmlns:a16="http://schemas.microsoft.com/office/drawing/2014/main" id="{9B91CCBE-4E85-71AE-B6E5-6C8504D42959}"/>
                </a:ext>
              </a:extLst>
            </p:cNvPr>
            <p:cNvSpPr/>
            <p:nvPr/>
          </p:nvSpPr>
          <p:spPr>
            <a:xfrm>
              <a:off x="9878272" y="2791266"/>
              <a:ext cx="459066" cy="594405"/>
            </a:xfrm>
            <a:custGeom>
              <a:avLst/>
              <a:gdLst/>
              <a:ahLst/>
              <a:cxnLst/>
              <a:rect l="l" t="t" r="r" b="b"/>
              <a:pathLst>
                <a:path w="729" h="945" extrusionOk="0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033;p48">
              <a:extLst>
                <a:ext uri="{FF2B5EF4-FFF2-40B4-BE49-F238E27FC236}">
                  <a16:creationId xmlns:a16="http://schemas.microsoft.com/office/drawing/2014/main" id="{6A0FA83D-1BF5-E708-C3F7-F342140F24BB}"/>
                </a:ext>
              </a:extLst>
            </p:cNvPr>
            <p:cNvSpPr/>
            <p:nvPr/>
          </p:nvSpPr>
          <p:spPr>
            <a:xfrm>
              <a:off x="9994853" y="2682320"/>
              <a:ext cx="583546" cy="500170"/>
            </a:xfrm>
            <a:custGeom>
              <a:avLst/>
              <a:gdLst/>
              <a:ahLst/>
              <a:cxnLst/>
              <a:rect l="l" t="t" r="r" b="b"/>
              <a:pathLst>
                <a:path w="927" h="795" extrusionOk="0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" name="Google Shape;1034;p48">
            <a:extLst>
              <a:ext uri="{FF2B5EF4-FFF2-40B4-BE49-F238E27FC236}">
                <a16:creationId xmlns:a16="http://schemas.microsoft.com/office/drawing/2014/main" id="{E4B93C18-EA96-3EDD-6700-277BD6FF8396}"/>
              </a:ext>
            </a:extLst>
          </p:cNvPr>
          <p:cNvGrpSpPr/>
          <p:nvPr/>
        </p:nvGrpSpPr>
        <p:grpSpPr>
          <a:xfrm>
            <a:off x="8270381" y="2549925"/>
            <a:ext cx="334275" cy="334276"/>
            <a:chOff x="10914618" y="2682187"/>
            <a:chExt cx="720033" cy="720033"/>
          </a:xfrm>
        </p:grpSpPr>
        <p:sp>
          <p:nvSpPr>
            <p:cNvPr id="56" name="Google Shape;1035;p48">
              <a:extLst>
                <a:ext uri="{FF2B5EF4-FFF2-40B4-BE49-F238E27FC236}">
                  <a16:creationId xmlns:a16="http://schemas.microsoft.com/office/drawing/2014/main" id="{9525BB68-E712-D293-0CE4-EBE5CEF3512A}"/>
                </a:ext>
              </a:extLst>
            </p:cNvPr>
            <p:cNvSpPr/>
            <p:nvPr/>
          </p:nvSpPr>
          <p:spPr>
            <a:xfrm>
              <a:off x="11401733" y="2955582"/>
              <a:ext cx="229448" cy="412406"/>
            </a:xfrm>
            <a:custGeom>
              <a:avLst/>
              <a:gdLst/>
              <a:ahLst/>
              <a:cxnLst/>
              <a:rect l="l" t="t" r="r" b="b"/>
              <a:pathLst>
                <a:path w="335" h="602" extrusionOk="0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036;p48">
              <a:extLst>
                <a:ext uri="{FF2B5EF4-FFF2-40B4-BE49-F238E27FC236}">
                  <a16:creationId xmlns:a16="http://schemas.microsoft.com/office/drawing/2014/main" id="{1B5B25B9-9D1B-DA90-7412-9083E414621B}"/>
                </a:ext>
              </a:extLst>
            </p:cNvPr>
            <p:cNvSpPr/>
            <p:nvPr/>
          </p:nvSpPr>
          <p:spPr>
            <a:xfrm>
              <a:off x="10914618" y="3012482"/>
              <a:ext cx="370771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1037;p48">
              <a:extLst>
                <a:ext uri="{FF2B5EF4-FFF2-40B4-BE49-F238E27FC236}">
                  <a16:creationId xmlns:a16="http://schemas.microsoft.com/office/drawing/2014/main" id="{58EA8EC9-907F-BA46-BC15-4F13CB8B4164}"/>
                </a:ext>
              </a:extLst>
            </p:cNvPr>
            <p:cNvSpPr/>
            <p:nvPr/>
          </p:nvSpPr>
          <p:spPr>
            <a:xfrm>
              <a:off x="11136202" y="2682187"/>
              <a:ext cx="343016" cy="292593"/>
            </a:xfrm>
            <a:custGeom>
              <a:avLst/>
              <a:gdLst/>
              <a:ahLst/>
              <a:cxnLst/>
              <a:rect l="l" t="t" r="r" b="b"/>
              <a:pathLst>
                <a:path w="501" h="427" extrusionOk="0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038;p48">
              <a:extLst>
                <a:ext uri="{FF2B5EF4-FFF2-40B4-BE49-F238E27FC236}">
                  <a16:creationId xmlns:a16="http://schemas.microsoft.com/office/drawing/2014/main" id="{74A805D5-A835-90B3-E79C-0F3174691FB2}"/>
                </a:ext>
              </a:extLst>
            </p:cNvPr>
            <p:cNvSpPr/>
            <p:nvPr/>
          </p:nvSpPr>
          <p:spPr>
            <a:xfrm>
              <a:off x="10917856" y="2716419"/>
              <a:ext cx="230142" cy="411712"/>
            </a:xfrm>
            <a:custGeom>
              <a:avLst/>
              <a:gdLst/>
              <a:ahLst/>
              <a:cxnLst/>
              <a:rect l="l" t="t" r="r" b="b"/>
              <a:pathLst>
                <a:path w="336" h="601" extrusionOk="0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1039;p48">
              <a:extLst>
                <a:ext uri="{FF2B5EF4-FFF2-40B4-BE49-F238E27FC236}">
                  <a16:creationId xmlns:a16="http://schemas.microsoft.com/office/drawing/2014/main" id="{DA485DB7-C7DA-D28C-C768-9463A8498854}"/>
                </a:ext>
              </a:extLst>
            </p:cNvPr>
            <p:cNvSpPr/>
            <p:nvPr/>
          </p:nvSpPr>
          <p:spPr>
            <a:xfrm>
              <a:off x="11069819" y="3108934"/>
              <a:ext cx="343016" cy="293287"/>
            </a:xfrm>
            <a:custGeom>
              <a:avLst/>
              <a:gdLst/>
              <a:ahLst/>
              <a:cxnLst/>
              <a:rect l="l" t="t" r="r" b="b"/>
              <a:pathLst>
                <a:path w="501" h="428" extrusionOk="0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1040;p48">
              <a:extLst>
                <a:ext uri="{FF2B5EF4-FFF2-40B4-BE49-F238E27FC236}">
                  <a16:creationId xmlns:a16="http://schemas.microsoft.com/office/drawing/2014/main" id="{B3A5E902-93BE-E6C8-9E06-1A7A436FD134}"/>
                </a:ext>
              </a:extLst>
            </p:cNvPr>
            <p:cNvSpPr/>
            <p:nvPr/>
          </p:nvSpPr>
          <p:spPr>
            <a:xfrm>
              <a:off x="11263647" y="2756203"/>
              <a:ext cx="371003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" name="Google Shape;1041;p48">
            <a:extLst>
              <a:ext uri="{FF2B5EF4-FFF2-40B4-BE49-F238E27FC236}">
                <a16:creationId xmlns:a16="http://schemas.microsoft.com/office/drawing/2014/main" id="{36151AF5-1694-90EC-BD45-F791C4D614A7}"/>
              </a:ext>
            </a:extLst>
          </p:cNvPr>
          <p:cNvGrpSpPr/>
          <p:nvPr/>
        </p:nvGrpSpPr>
        <p:grpSpPr>
          <a:xfrm>
            <a:off x="3938023" y="2019509"/>
            <a:ext cx="271141" cy="334362"/>
            <a:chOff x="1582665" y="1011072"/>
            <a:chExt cx="584040" cy="720220"/>
          </a:xfrm>
        </p:grpSpPr>
        <p:sp>
          <p:nvSpPr>
            <p:cNvPr id="63" name="Google Shape;1042;p48">
              <a:extLst>
                <a:ext uri="{FF2B5EF4-FFF2-40B4-BE49-F238E27FC236}">
                  <a16:creationId xmlns:a16="http://schemas.microsoft.com/office/drawing/2014/main" id="{DD2F8A83-2FFD-15AF-DC94-7634708FBA0F}"/>
                </a:ext>
              </a:extLst>
            </p:cNvPr>
            <p:cNvSpPr/>
            <p:nvPr/>
          </p:nvSpPr>
          <p:spPr>
            <a:xfrm>
              <a:off x="1638485" y="1571653"/>
              <a:ext cx="449564" cy="159640"/>
            </a:xfrm>
            <a:custGeom>
              <a:avLst/>
              <a:gdLst/>
              <a:ahLst/>
              <a:cxnLst/>
              <a:rect l="l" t="t" r="r" b="b"/>
              <a:pathLst>
                <a:path w="767" h="273" extrusionOk="0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1043;p48">
              <a:extLst>
                <a:ext uri="{FF2B5EF4-FFF2-40B4-BE49-F238E27FC236}">
                  <a16:creationId xmlns:a16="http://schemas.microsoft.com/office/drawing/2014/main" id="{E53058B9-F7E2-2C75-C8EB-C3A47B8CE672}"/>
                </a:ext>
              </a:extLst>
            </p:cNvPr>
            <p:cNvSpPr/>
            <p:nvPr/>
          </p:nvSpPr>
          <p:spPr>
            <a:xfrm>
              <a:off x="1590507" y="1435245"/>
              <a:ext cx="515072" cy="136407"/>
            </a:xfrm>
            <a:custGeom>
              <a:avLst/>
              <a:gdLst/>
              <a:ahLst/>
              <a:cxnLst/>
              <a:rect l="l" t="t" r="r" b="b"/>
              <a:pathLst>
                <a:path w="879" h="233" extrusionOk="0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1044;p48">
              <a:extLst>
                <a:ext uri="{FF2B5EF4-FFF2-40B4-BE49-F238E27FC236}">
                  <a16:creationId xmlns:a16="http://schemas.microsoft.com/office/drawing/2014/main" id="{8B7419A2-FD7E-1CD8-0DEB-6301181DCBC5}"/>
                </a:ext>
              </a:extLst>
            </p:cNvPr>
            <p:cNvSpPr/>
            <p:nvPr/>
          </p:nvSpPr>
          <p:spPr>
            <a:xfrm>
              <a:off x="1582665" y="1299068"/>
              <a:ext cx="576890" cy="136177"/>
            </a:xfrm>
            <a:custGeom>
              <a:avLst/>
              <a:gdLst/>
              <a:ahLst/>
              <a:cxnLst/>
              <a:rect l="l" t="t" r="r" b="b"/>
              <a:pathLst>
                <a:path w="984" h="233" extrusionOk="0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1045;p48">
              <a:extLst>
                <a:ext uri="{FF2B5EF4-FFF2-40B4-BE49-F238E27FC236}">
                  <a16:creationId xmlns:a16="http://schemas.microsoft.com/office/drawing/2014/main" id="{58A7A2CD-B241-1C1A-3150-B662539426CD}"/>
                </a:ext>
              </a:extLst>
            </p:cNvPr>
            <p:cNvSpPr/>
            <p:nvPr/>
          </p:nvSpPr>
          <p:spPr>
            <a:xfrm>
              <a:off x="1665934" y="1011072"/>
              <a:ext cx="484393" cy="151589"/>
            </a:xfrm>
            <a:custGeom>
              <a:avLst/>
              <a:gdLst/>
              <a:ahLst/>
              <a:cxnLst/>
              <a:rect l="l" t="t" r="r" b="b"/>
              <a:pathLst>
                <a:path w="826" h="259" extrusionOk="0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1046;p48">
              <a:extLst>
                <a:ext uri="{FF2B5EF4-FFF2-40B4-BE49-F238E27FC236}">
                  <a16:creationId xmlns:a16="http://schemas.microsoft.com/office/drawing/2014/main" id="{34ACF48A-0CF9-6D81-C5E6-FF27E3B72D75}"/>
                </a:ext>
              </a:extLst>
            </p:cNvPr>
            <p:cNvSpPr/>
            <p:nvPr/>
          </p:nvSpPr>
          <p:spPr>
            <a:xfrm>
              <a:off x="1639639" y="1162661"/>
              <a:ext cx="527066" cy="136407"/>
            </a:xfrm>
            <a:custGeom>
              <a:avLst/>
              <a:gdLst/>
              <a:ahLst/>
              <a:cxnLst/>
              <a:rect l="l" t="t" r="r" b="b"/>
              <a:pathLst>
                <a:path w="899" h="233" extrusionOk="0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" name="Google Shape;1047;p48">
            <a:extLst>
              <a:ext uri="{FF2B5EF4-FFF2-40B4-BE49-F238E27FC236}">
                <a16:creationId xmlns:a16="http://schemas.microsoft.com/office/drawing/2014/main" id="{DC285D05-A362-095C-20A2-543D4D407B00}"/>
              </a:ext>
            </a:extLst>
          </p:cNvPr>
          <p:cNvGrpSpPr/>
          <p:nvPr/>
        </p:nvGrpSpPr>
        <p:grpSpPr>
          <a:xfrm>
            <a:off x="4389061" y="2019529"/>
            <a:ext cx="284611" cy="334347"/>
            <a:chOff x="2554206" y="1011105"/>
            <a:chExt cx="613055" cy="720187"/>
          </a:xfrm>
        </p:grpSpPr>
        <p:sp>
          <p:nvSpPr>
            <p:cNvPr id="69" name="Google Shape;1048;p48">
              <a:extLst>
                <a:ext uri="{FF2B5EF4-FFF2-40B4-BE49-F238E27FC236}">
                  <a16:creationId xmlns:a16="http://schemas.microsoft.com/office/drawing/2014/main" id="{099F37B2-DE2A-A018-D458-34F2ADF7A680}"/>
                </a:ext>
              </a:extLst>
            </p:cNvPr>
            <p:cNvSpPr/>
            <p:nvPr/>
          </p:nvSpPr>
          <p:spPr>
            <a:xfrm flipH="1">
              <a:off x="2721847" y="1011105"/>
              <a:ext cx="445414" cy="388012"/>
            </a:xfrm>
            <a:custGeom>
              <a:avLst/>
              <a:gdLst/>
              <a:ahLst/>
              <a:cxnLst/>
              <a:rect l="l" t="t" r="r" b="b"/>
              <a:pathLst>
                <a:path w="885" h="771" extrusionOk="0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1049;p48">
              <a:extLst>
                <a:ext uri="{FF2B5EF4-FFF2-40B4-BE49-F238E27FC236}">
                  <a16:creationId xmlns:a16="http://schemas.microsoft.com/office/drawing/2014/main" id="{31043110-B30C-60E6-B3B8-29B6719BF065}"/>
                </a:ext>
              </a:extLst>
            </p:cNvPr>
            <p:cNvSpPr/>
            <p:nvPr/>
          </p:nvSpPr>
          <p:spPr>
            <a:xfrm flipH="1">
              <a:off x="2554206" y="1072424"/>
              <a:ext cx="329184" cy="568718"/>
            </a:xfrm>
            <a:custGeom>
              <a:avLst/>
              <a:gdLst/>
              <a:ahLst/>
              <a:cxnLst/>
              <a:rect l="l" t="t" r="r" b="b"/>
              <a:pathLst>
                <a:path w="654" h="1130" extrusionOk="0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1050;p48">
              <a:extLst>
                <a:ext uri="{FF2B5EF4-FFF2-40B4-BE49-F238E27FC236}">
                  <a16:creationId xmlns:a16="http://schemas.microsoft.com/office/drawing/2014/main" id="{7771C6EF-4A11-1203-A1D1-B3AB0A4EBC9B}"/>
                </a:ext>
              </a:extLst>
            </p:cNvPr>
            <p:cNvSpPr/>
            <p:nvPr/>
          </p:nvSpPr>
          <p:spPr>
            <a:xfrm flipH="1">
              <a:off x="2750903" y="1372925"/>
              <a:ext cx="354381" cy="358367"/>
            </a:xfrm>
            <a:custGeom>
              <a:avLst/>
              <a:gdLst/>
              <a:ahLst/>
              <a:cxnLst/>
              <a:rect l="l" t="t" r="r" b="b"/>
              <a:pathLst>
                <a:path w="704" h="712" extrusionOk="0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" name="Google Shape;1051;p48">
            <a:extLst>
              <a:ext uri="{FF2B5EF4-FFF2-40B4-BE49-F238E27FC236}">
                <a16:creationId xmlns:a16="http://schemas.microsoft.com/office/drawing/2014/main" id="{CCEF90EE-EB8B-DB0F-E315-C743A3F5DAFE}"/>
              </a:ext>
            </a:extLst>
          </p:cNvPr>
          <p:cNvGrpSpPr/>
          <p:nvPr/>
        </p:nvGrpSpPr>
        <p:grpSpPr>
          <a:xfrm>
            <a:off x="7800193" y="1985285"/>
            <a:ext cx="345529" cy="368591"/>
            <a:chOff x="9901824" y="937343"/>
            <a:chExt cx="744273" cy="793950"/>
          </a:xfrm>
        </p:grpSpPr>
        <p:grpSp>
          <p:nvGrpSpPr>
            <p:cNvPr id="73" name="Google Shape;1052;p48">
              <a:extLst>
                <a:ext uri="{FF2B5EF4-FFF2-40B4-BE49-F238E27FC236}">
                  <a16:creationId xmlns:a16="http://schemas.microsoft.com/office/drawing/2014/main" id="{F5DB9E1E-EA91-6457-C478-00484E038899}"/>
                </a:ext>
              </a:extLst>
            </p:cNvPr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80" name="Google Shape;1053;p48">
                <a:extLst>
                  <a:ext uri="{FF2B5EF4-FFF2-40B4-BE49-F238E27FC236}">
                    <a16:creationId xmlns:a16="http://schemas.microsoft.com/office/drawing/2014/main" id="{124E7E84-80B9-BA82-9160-3B55251374BD}"/>
                  </a:ext>
                </a:extLst>
              </p:cNvPr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1054;p48">
                <a:extLst>
                  <a:ext uri="{FF2B5EF4-FFF2-40B4-BE49-F238E27FC236}">
                    <a16:creationId xmlns:a16="http://schemas.microsoft.com/office/drawing/2014/main" id="{50B9411E-C54F-3780-3BAC-27ACBC6EF29D}"/>
                  </a:ext>
                </a:extLst>
              </p:cNvPr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1055;p48">
                <a:extLst>
                  <a:ext uri="{FF2B5EF4-FFF2-40B4-BE49-F238E27FC236}">
                    <a16:creationId xmlns:a16="http://schemas.microsoft.com/office/drawing/2014/main" id="{655E0615-DDEB-A184-D82B-6678631DD43C}"/>
                  </a:ext>
                </a:extLst>
              </p:cNvPr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1056;p48">
                <a:extLst>
                  <a:ext uri="{FF2B5EF4-FFF2-40B4-BE49-F238E27FC236}">
                    <a16:creationId xmlns:a16="http://schemas.microsoft.com/office/drawing/2014/main" id="{A7C849E3-F013-3DF5-32A1-45B0B7C4A9D5}"/>
                  </a:ext>
                </a:extLst>
              </p:cNvPr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1057;p48">
                <a:extLst>
                  <a:ext uri="{FF2B5EF4-FFF2-40B4-BE49-F238E27FC236}">
                    <a16:creationId xmlns:a16="http://schemas.microsoft.com/office/drawing/2014/main" id="{5D60AC2B-AE9E-EC39-665E-9405AC5EB7F0}"/>
                  </a:ext>
                </a:extLst>
              </p:cNvPr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1058;p48">
                <a:extLst>
                  <a:ext uri="{FF2B5EF4-FFF2-40B4-BE49-F238E27FC236}">
                    <a16:creationId xmlns:a16="http://schemas.microsoft.com/office/drawing/2014/main" id="{7C0CD6A1-965B-3CE7-E104-D61688EA7B19}"/>
                  </a:ext>
                </a:extLst>
              </p:cNvPr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1059;p48">
                <a:extLst>
                  <a:ext uri="{FF2B5EF4-FFF2-40B4-BE49-F238E27FC236}">
                    <a16:creationId xmlns:a16="http://schemas.microsoft.com/office/drawing/2014/main" id="{FD28124D-DF27-C467-8ED6-63EDE52744BA}"/>
                  </a:ext>
                </a:extLst>
              </p:cNvPr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1060;p48">
                <a:extLst>
                  <a:ext uri="{FF2B5EF4-FFF2-40B4-BE49-F238E27FC236}">
                    <a16:creationId xmlns:a16="http://schemas.microsoft.com/office/drawing/2014/main" id="{E7EC56EF-B9DA-B847-505A-B677842DE025}"/>
                  </a:ext>
                </a:extLst>
              </p:cNvPr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1061;p48">
                <a:extLst>
                  <a:ext uri="{FF2B5EF4-FFF2-40B4-BE49-F238E27FC236}">
                    <a16:creationId xmlns:a16="http://schemas.microsoft.com/office/drawing/2014/main" id="{E40F00BB-3AE9-CC03-A49A-123410510EA5}"/>
                  </a:ext>
                </a:extLst>
              </p:cNvPr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1062;p48">
                <a:extLst>
                  <a:ext uri="{FF2B5EF4-FFF2-40B4-BE49-F238E27FC236}">
                    <a16:creationId xmlns:a16="http://schemas.microsoft.com/office/drawing/2014/main" id="{52E478F7-5FCF-C4CE-E71D-1925CA8F3994}"/>
                  </a:ext>
                </a:extLst>
              </p:cNvPr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" name="Google Shape;1063;p48">
              <a:extLst>
                <a:ext uri="{FF2B5EF4-FFF2-40B4-BE49-F238E27FC236}">
                  <a16:creationId xmlns:a16="http://schemas.microsoft.com/office/drawing/2014/main" id="{3FFACA03-A591-1A8C-958A-D1CF531A778E}"/>
                </a:ext>
              </a:extLst>
            </p:cNvPr>
            <p:cNvSpPr/>
            <p:nvPr/>
          </p:nvSpPr>
          <p:spPr>
            <a:xfrm>
              <a:off x="10047751" y="1220548"/>
              <a:ext cx="217117" cy="205362"/>
            </a:xfrm>
            <a:custGeom>
              <a:avLst/>
              <a:gdLst/>
              <a:ahLst/>
              <a:cxnLst/>
              <a:rect l="l" t="t" r="r" b="b"/>
              <a:pathLst>
                <a:path w="380" h="359" extrusionOk="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1064;p48">
              <a:extLst>
                <a:ext uri="{FF2B5EF4-FFF2-40B4-BE49-F238E27FC236}">
                  <a16:creationId xmlns:a16="http://schemas.microsoft.com/office/drawing/2014/main" id="{5EF4E734-35B3-E825-91D0-9A337F10776C}"/>
                </a:ext>
              </a:extLst>
            </p:cNvPr>
            <p:cNvSpPr/>
            <p:nvPr/>
          </p:nvSpPr>
          <p:spPr>
            <a:xfrm>
              <a:off x="10063053" y="1080830"/>
              <a:ext cx="205806" cy="250604"/>
            </a:xfrm>
            <a:custGeom>
              <a:avLst/>
              <a:gdLst/>
              <a:ahLst/>
              <a:cxnLst/>
              <a:rect l="l" t="t" r="r" b="b"/>
              <a:pathLst>
                <a:path w="360" h="438" extrusionOk="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1065;p48">
              <a:extLst>
                <a:ext uri="{FF2B5EF4-FFF2-40B4-BE49-F238E27FC236}">
                  <a16:creationId xmlns:a16="http://schemas.microsoft.com/office/drawing/2014/main" id="{2ABC3F3D-30F8-1C09-12D0-79326405231D}"/>
                </a:ext>
              </a:extLst>
            </p:cNvPr>
            <p:cNvSpPr/>
            <p:nvPr/>
          </p:nvSpPr>
          <p:spPr>
            <a:xfrm>
              <a:off x="10276400" y="1080830"/>
              <a:ext cx="208024" cy="250604"/>
            </a:xfrm>
            <a:custGeom>
              <a:avLst/>
              <a:gdLst/>
              <a:ahLst/>
              <a:cxnLst/>
              <a:rect l="l" t="t" r="r" b="b"/>
              <a:pathLst>
                <a:path w="364" h="438" extrusionOk="0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1066;p48">
              <a:extLst>
                <a:ext uri="{FF2B5EF4-FFF2-40B4-BE49-F238E27FC236}">
                  <a16:creationId xmlns:a16="http://schemas.microsoft.com/office/drawing/2014/main" id="{5544E741-9FEB-5567-6D08-14D6AF3A73AC}"/>
                </a:ext>
              </a:extLst>
            </p:cNvPr>
            <p:cNvSpPr/>
            <p:nvPr/>
          </p:nvSpPr>
          <p:spPr>
            <a:xfrm>
              <a:off x="10280392" y="1218773"/>
              <a:ext cx="219334" cy="208689"/>
            </a:xfrm>
            <a:custGeom>
              <a:avLst/>
              <a:gdLst/>
              <a:ahLst/>
              <a:cxnLst/>
              <a:rect l="l" t="t" r="r" b="b"/>
              <a:pathLst>
                <a:path w="384" h="365" extrusionOk="0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1067;p48">
              <a:extLst>
                <a:ext uri="{FF2B5EF4-FFF2-40B4-BE49-F238E27FC236}">
                  <a16:creationId xmlns:a16="http://schemas.microsoft.com/office/drawing/2014/main" id="{D664D2D6-06B4-E261-E863-3098E4039A62}"/>
                </a:ext>
              </a:extLst>
            </p:cNvPr>
            <p:cNvSpPr/>
            <p:nvPr/>
          </p:nvSpPr>
          <p:spPr>
            <a:xfrm>
              <a:off x="10116279" y="1345184"/>
              <a:ext cx="152580" cy="267681"/>
            </a:xfrm>
            <a:custGeom>
              <a:avLst/>
              <a:gdLst/>
              <a:ahLst/>
              <a:cxnLst/>
              <a:rect l="l" t="t" r="r" b="b"/>
              <a:pathLst>
                <a:path w="267" h="468" extrusionOk="0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1068;p48">
              <a:extLst>
                <a:ext uri="{FF2B5EF4-FFF2-40B4-BE49-F238E27FC236}">
                  <a16:creationId xmlns:a16="http://schemas.microsoft.com/office/drawing/2014/main" id="{FD8BAF8C-670C-1055-9F8F-BFCB10AAF4FD}"/>
                </a:ext>
              </a:extLst>
            </p:cNvPr>
            <p:cNvSpPr/>
            <p:nvPr/>
          </p:nvSpPr>
          <p:spPr>
            <a:xfrm>
              <a:off x="10276400" y="1345184"/>
              <a:ext cx="154798" cy="267681"/>
            </a:xfrm>
            <a:custGeom>
              <a:avLst/>
              <a:gdLst/>
              <a:ahLst/>
              <a:cxnLst/>
              <a:rect l="l" t="t" r="r" b="b"/>
              <a:pathLst>
                <a:path w="271" h="468" extrusionOk="0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1069;p48">
            <a:extLst>
              <a:ext uri="{FF2B5EF4-FFF2-40B4-BE49-F238E27FC236}">
                <a16:creationId xmlns:a16="http://schemas.microsoft.com/office/drawing/2014/main" id="{17761CD1-F3B7-D8B7-58E9-E255531AB768}"/>
              </a:ext>
            </a:extLst>
          </p:cNvPr>
          <p:cNvGrpSpPr/>
          <p:nvPr/>
        </p:nvGrpSpPr>
        <p:grpSpPr>
          <a:xfrm>
            <a:off x="4853569" y="2019651"/>
            <a:ext cx="277401" cy="334222"/>
            <a:chOff x="3554761" y="1011374"/>
            <a:chExt cx="597525" cy="719918"/>
          </a:xfrm>
        </p:grpSpPr>
        <p:sp>
          <p:nvSpPr>
            <p:cNvPr id="91" name="Google Shape;1070;p48">
              <a:extLst>
                <a:ext uri="{FF2B5EF4-FFF2-40B4-BE49-F238E27FC236}">
                  <a16:creationId xmlns:a16="http://schemas.microsoft.com/office/drawing/2014/main" id="{3DB59216-93BE-0F83-C082-2BE32258EC8F}"/>
                </a:ext>
              </a:extLst>
            </p:cNvPr>
            <p:cNvSpPr/>
            <p:nvPr/>
          </p:nvSpPr>
          <p:spPr>
            <a:xfrm>
              <a:off x="3615879" y="1376596"/>
              <a:ext cx="441685" cy="354696"/>
            </a:xfrm>
            <a:custGeom>
              <a:avLst/>
              <a:gdLst/>
              <a:ahLst/>
              <a:cxnLst/>
              <a:rect l="l" t="t" r="r" b="b"/>
              <a:pathLst>
                <a:path w="797" h="638" extrusionOk="0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1071;p48">
              <a:extLst>
                <a:ext uri="{FF2B5EF4-FFF2-40B4-BE49-F238E27FC236}">
                  <a16:creationId xmlns:a16="http://schemas.microsoft.com/office/drawing/2014/main" id="{C992D48D-FF6F-522A-E7E5-AAB8AE5E5659}"/>
                </a:ext>
              </a:extLst>
            </p:cNvPr>
            <p:cNvSpPr/>
            <p:nvPr/>
          </p:nvSpPr>
          <p:spPr>
            <a:xfrm>
              <a:off x="3554761" y="1164199"/>
              <a:ext cx="288366" cy="430478"/>
            </a:xfrm>
            <a:custGeom>
              <a:avLst/>
              <a:gdLst/>
              <a:ahLst/>
              <a:cxnLst/>
              <a:rect l="l" t="t" r="r" b="b"/>
              <a:pathLst>
                <a:path w="520" h="774" extrusionOk="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1072;p48">
              <a:extLst>
                <a:ext uri="{FF2B5EF4-FFF2-40B4-BE49-F238E27FC236}">
                  <a16:creationId xmlns:a16="http://schemas.microsoft.com/office/drawing/2014/main" id="{18DE2717-8D8D-9EDC-0CD6-941F7A363279}"/>
                </a:ext>
              </a:extLst>
            </p:cNvPr>
            <p:cNvSpPr/>
            <p:nvPr/>
          </p:nvSpPr>
          <p:spPr>
            <a:xfrm>
              <a:off x="3860350" y="1126940"/>
              <a:ext cx="291937" cy="427110"/>
            </a:xfrm>
            <a:custGeom>
              <a:avLst/>
              <a:gdLst/>
              <a:ahLst/>
              <a:cxnLst/>
              <a:rect l="l" t="t" r="r" b="b"/>
              <a:pathLst>
                <a:path w="527" h="768" extrusionOk="0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1073;p48">
              <a:extLst>
                <a:ext uri="{FF2B5EF4-FFF2-40B4-BE49-F238E27FC236}">
                  <a16:creationId xmlns:a16="http://schemas.microsoft.com/office/drawing/2014/main" id="{39517E0A-EE75-21AC-BFB8-868E1374CD67}"/>
                </a:ext>
              </a:extLst>
            </p:cNvPr>
            <p:cNvSpPr/>
            <p:nvPr/>
          </p:nvSpPr>
          <p:spPr>
            <a:xfrm>
              <a:off x="3644023" y="1011374"/>
              <a:ext cx="449665" cy="347961"/>
            </a:xfrm>
            <a:custGeom>
              <a:avLst/>
              <a:gdLst/>
              <a:ahLst/>
              <a:cxnLst/>
              <a:rect l="l" t="t" r="r" b="b"/>
              <a:pathLst>
                <a:path w="811" h="626" extrusionOk="0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1074;p48">
            <a:extLst>
              <a:ext uri="{FF2B5EF4-FFF2-40B4-BE49-F238E27FC236}">
                <a16:creationId xmlns:a16="http://schemas.microsoft.com/office/drawing/2014/main" id="{DBAF2208-AEC2-FF1C-E7CB-7B0637192AD2}"/>
              </a:ext>
            </a:extLst>
          </p:cNvPr>
          <p:cNvGrpSpPr/>
          <p:nvPr/>
        </p:nvGrpSpPr>
        <p:grpSpPr>
          <a:xfrm>
            <a:off x="5310864" y="2019495"/>
            <a:ext cx="278066" cy="334381"/>
            <a:chOff x="4539787" y="1011032"/>
            <a:chExt cx="598958" cy="720261"/>
          </a:xfrm>
        </p:grpSpPr>
        <p:sp>
          <p:nvSpPr>
            <p:cNvPr id="96" name="Google Shape;1075;p48">
              <a:extLst>
                <a:ext uri="{FF2B5EF4-FFF2-40B4-BE49-F238E27FC236}">
                  <a16:creationId xmlns:a16="http://schemas.microsoft.com/office/drawing/2014/main" id="{BADEC0F4-742F-3A6E-3854-4EB2BCCDD531}"/>
                </a:ext>
              </a:extLst>
            </p:cNvPr>
            <p:cNvSpPr/>
            <p:nvPr/>
          </p:nvSpPr>
          <p:spPr>
            <a:xfrm>
              <a:off x="4849480" y="1011032"/>
              <a:ext cx="289264" cy="340491"/>
            </a:xfrm>
            <a:custGeom>
              <a:avLst/>
              <a:gdLst/>
              <a:ahLst/>
              <a:cxnLst/>
              <a:rect l="l" t="t" r="r" b="b"/>
              <a:pathLst>
                <a:path w="518" h="610" extrusionOk="0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1076;p48">
              <a:extLst>
                <a:ext uri="{FF2B5EF4-FFF2-40B4-BE49-F238E27FC236}">
                  <a16:creationId xmlns:a16="http://schemas.microsoft.com/office/drawing/2014/main" id="{7E8B645D-3EA6-E8E3-F206-B53300985D86}"/>
                </a:ext>
              </a:extLst>
            </p:cNvPr>
            <p:cNvSpPr/>
            <p:nvPr/>
          </p:nvSpPr>
          <p:spPr>
            <a:xfrm>
              <a:off x="4599335" y="1012768"/>
              <a:ext cx="277094" cy="339188"/>
            </a:xfrm>
            <a:custGeom>
              <a:avLst/>
              <a:gdLst/>
              <a:ahLst/>
              <a:cxnLst/>
              <a:rect l="l" t="t" r="r" b="b"/>
              <a:pathLst>
                <a:path w="496" h="608" extrusionOk="0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1077;p48">
              <a:extLst>
                <a:ext uri="{FF2B5EF4-FFF2-40B4-BE49-F238E27FC236}">
                  <a16:creationId xmlns:a16="http://schemas.microsoft.com/office/drawing/2014/main" id="{C389CDD6-3E29-CDF1-972E-B4D040DC2791}"/>
                </a:ext>
              </a:extLst>
            </p:cNvPr>
            <p:cNvSpPr/>
            <p:nvPr/>
          </p:nvSpPr>
          <p:spPr>
            <a:xfrm>
              <a:off x="4539787" y="1276220"/>
              <a:ext cx="295350" cy="349606"/>
            </a:xfrm>
            <a:custGeom>
              <a:avLst/>
              <a:gdLst/>
              <a:ahLst/>
              <a:cxnLst/>
              <a:rect l="l" t="t" r="r" b="b"/>
              <a:pathLst>
                <a:path w="529" h="627" extrusionOk="0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1078;p48">
              <a:extLst>
                <a:ext uri="{FF2B5EF4-FFF2-40B4-BE49-F238E27FC236}">
                  <a16:creationId xmlns:a16="http://schemas.microsoft.com/office/drawing/2014/main" id="{81EDE6B4-ED85-FBC9-F847-5EAF32A6EC46}"/>
                </a:ext>
              </a:extLst>
            </p:cNvPr>
            <p:cNvSpPr/>
            <p:nvPr/>
          </p:nvSpPr>
          <p:spPr>
            <a:xfrm>
              <a:off x="4854479" y="1272314"/>
              <a:ext cx="277529" cy="353078"/>
            </a:xfrm>
            <a:custGeom>
              <a:avLst/>
              <a:gdLst/>
              <a:ahLst/>
              <a:cxnLst/>
              <a:rect l="l" t="t" r="r" b="b"/>
              <a:pathLst>
                <a:path w="497" h="633" extrusionOk="0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79;p48">
              <a:extLst>
                <a:ext uri="{FF2B5EF4-FFF2-40B4-BE49-F238E27FC236}">
                  <a16:creationId xmlns:a16="http://schemas.microsoft.com/office/drawing/2014/main" id="{D88A0C95-FB06-8765-7B38-6089E2AAC639}"/>
                </a:ext>
              </a:extLst>
            </p:cNvPr>
            <p:cNvSpPr/>
            <p:nvPr/>
          </p:nvSpPr>
          <p:spPr>
            <a:xfrm>
              <a:off x="4661491" y="1370403"/>
              <a:ext cx="388584" cy="360890"/>
            </a:xfrm>
            <a:custGeom>
              <a:avLst/>
              <a:gdLst/>
              <a:ahLst/>
              <a:cxnLst/>
              <a:rect l="l" t="t" r="r" b="b"/>
              <a:pathLst>
                <a:path w="696" h="647" extrusionOk="0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80;p48">
            <a:extLst>
              <a:ext uri="{FF2B5EF4-FFF2-40B4-BE49-F238E27FC236}">
                <a16:creationId xmlns:a16="http://schemas.microsoft.com/office/drawing/2014/main" id="{7135CD9E-7250-297B-AA6D-34361FA5D648}"/>
              </a:ext>
            </a:extLst>
          </p:cNvPr>
          <p:cNvGrpSpPr/>
          <p:nvPr/>
        </p:nvGrpSpPr>
        <p:grpSpPr>
          <a:xfrm>
            <a:off x="5768826" y="2019573"/>
            <a:ext cx="275188" cy="334300"/>
            <a:chOff x="5526246" y="1011207"/>
            <a:chExt cx="592758" cy="720086"/>
          </a:xfrm>
        </p:grpSpPr>
        <p:sp>
          <p:nvSpPr>
            <p:cNvPr id="102" name="Google Shape;1081;p48">
              <a:extLst>
                <a:ext uri="{FF2B5EF4-FFF2-40B4-BE49-F238E27FC236}">
                  <a16:creationId xmlns:a16="http://schemas.microsoft.com/office/drawing/2014/main" id="{1223A6C0-64C0-DFE3-BE7A-B80282F940AF}"/>
                </a:ext>
              </a:extLst>
            </p:cNvPr>
            <p:cNvSpPr/>
            <p:nvPr/>
          </p:nvSpPr>
          <p:spPr>
            <a:xfrm>
              <a:off x="5632379" y="1011207"/>
              <a:ext cx="311420" cy="340347"/>
            </a:xfrm>
            <a:custGeom>
              <a:avLst/>
              <a:gdLst/>
              <a:ahLst/>
              <a:cxnLst/>
              <a:rect l="l" t="t" r="r" b="b"/>
              <a:pathLst>
                <a:path w="518" h="567" extrusionOk="0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82;p48">
              <a:extLst>
                <a:ext uri="{FF2B5EF4-FFF2-40B4-BE49-F238E27FC236}">
                  <a16:creationId xmlns:a16="http://schemas.microsoft.com/office/drawing/2014/main" id="{26FAD1E1-1122-AE73-F150-7A11F4E079A0}"/>
                </a:ext>
              </a:extLst>
            </p:cNvPr>
            <p:cNvSpPr/>
            <p:nvPr/>
          </p:nvSpPr>
          <p:spPr>
            <a:xfrm>
              <a:off x="5835019" y="1041711"/>
              <a:ext cx="283984" cy="330260"/>
            </a:xfrm>
            <a:custGeom>
              <a:avLst/>
              <a:gdLst/>
              <a:ahLst/>
              <a:cxnLst/>
              <a:rect l="l" t="t" r="r" b="b"/>
              <a:pathLst>
                <a:path w="473" h="550" extrusionOk="0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83;p48">
              <a:extLst>
                <a:ext uri="{FF2B5EF4-FFF2-40B4-BE49-F238E27FC236}">
                  <a16:creationId xmlns:a16="http://schemas.microsoft.com/office/drawing/2014/main" id="{45C9FCE1-DC40-88C1-1721-C29C7143124A}"/>
                </a:ext>
              </a:extLst>
            </p:cNvPr>
            <p:cNvSpPr/>
            <p:nvPr/>
          </p:nvSpPr>
          <p:spPr>
            <a:xfrm>
              <a:off x="5837907" y="1326815"/>
              <a:ext cx="260158" cy="268291"/>
            </a:xfrm>
            <a:custGeom>
              <a:avLst/>
              <a:gdLst/>
              <a:ahLst/>
              <a:cxnLst/>
              <a:rect l="l" t="t" r="r" b="b"/>
              <a:pathLst>
                <a:path w="433" h="447" extrusionOk="0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84;p48">
              <a:extLst>
                <a:ext uri="{FF2B5EF4-FFF2-40B4-BE49-F238E27FC236}">
                  <a16:creationId xmlns:a16="http://schemas.microsoft.com/office/drawing/2014/main" id="{07481BFC-8BE6-3881-7CE0-5D6443EF01D5}"/>
                </a:ext>
              </a:extLst>
            </p:cNvPr>
            <p:cNvSpPr/>
            <p:nvPr/>
          </p:nvSpPr>
          <p:spPr>
            <a:xfrm>
              <a:off x="5725035" y="1379176"/>
              <a:ext cx="304441" cy="352116"/>
            </a:xfrm>
            <a:custGeom>
              <a:avLst/>
              <a:gdLst/>
              <a:ahLst/>
              <a:cxnLst/>
              <a:rect l="l" t="t" r="r" b="b"/>
              <a:pathLst>
                <a:path w="507" h="587" extrusionOk="0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85;p48">
              <a:extLst>
                <a:ext uri="{FF2B5EF4-FFF2-40B4-BE49-F238E27FC236}">
                  <a16:creationId xmlns:a16="http://schemas.microsoft.com/office/drawing/2014/main" id="{15F197AF-6116-CC24-D2C4-73D33567D863}"/>
                </a:ext>
              </a:extLst>
            </p:cNvPr>
            <p:cNvSpPr/>
            <p:nvPr/>
          </p:nvSpPr>
          <p:spPr>
            <a:xfrm>
              <a:off x="5526246" y="1358760"/>
              <a:ext cx="289521" cy="285105"/>
            </a:xfrm>
            <a:custGeom>
              <a:avLst/>
              <a:gdLst/>
              <a:ahLst/>
              <a:cxnLst/>
              <a:rect l="l" t="t" r="r" b="b"/>
              <a:pathLst>
                <a:path w="482" h="475" extrusionOk="0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86;p48">
              <a:extLst>
                <a:ext uri="{FF2B5EF4-FFF2-40B4-BE49-F238E27FC236}">
                  <a16:creationId xmlns:a16="http://schemas.microsoft.com/office/drawing/2014/main" id="{4941F686-A8A7-7519-CB59-C7BC73B5CD91}"/>
                </a:ext>
              </a:extLst>
            </p:cNvPr>
            <p:cNvSpPr/>
            <p:nvPr/>
          </p:nvSpPr>
          <p:spPr>
            <a:xfrm>
              <a:off x="5530337" y="1130580"/>
              <a:ext cx="282300" cy="276217"/>
            </a:xfrm>
            <a:custGeom>
              <a:avLst/>
              <a:gdLst/>
              <a:ahLst/>
              <a:cxnLst/>
              <a:rect l="l" t="t" r="r" b="b"/>
              <a:pathLst>
                <a:path w="470" h="460" extrusionOk="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7;p48">
            <a:extLst>
              <a:ext uri="{FF2B5EF4-FFF2-40B4-BE49-F238E27FC236}">
                <a16:creationId xmlns:a16="http://schemas.microsoft.com/office/drawing/2014/main" id="{F16F061A-265D-2151-B21A-F252441BBE1E}"/>
              </a:ext>
            </a:extLst>
          </p:cNvPr>
          <p:cNvGrpSpPr/>
          <p:nvPr/>
        </p:nvGrpSpPr>
        <p:grpSpPr>
          <a:xfrm>
            <a:off x="3484906" y="2019571"/>
            <a:ext cx="273221" cy="334305"/>
            <a:chOff x="606645" y="1011196"/>
            <a:chExt cx="588520" cy="720096"/>
          </a:xfrm>
        </p:grpSpPr>
        <p:sp>
          <p:nvSpPr>
            <p:cNvPr id="109" name="Google Shape;1088;p48">
              <a:extLst>
                <a:ext uri="{FF2B5EF4-FFF2-40B4-BE49-F238E27FC236}">
                  <a16:creationId xmlns:a16="http://schemas.microsoft.com/office/drawing/2014/main" id="{3842EC13-90D6-D623-9F8A-2D786F8F1FB7}"/>
                </a:ext>
              </a:extLst>
            </p:cNvPr>
            <p:cNvSpPr/>
            <p:nvPr/>
          </p:nvSpPr>
          <p:spPr>
            <a:xfrm>
              <a:off x="659316" y="1517469"/>
              <a:ext cx="456722" cy="213824"/>
            </a:xfrm>
            <a:custGeom>
              <a:avLst/>
              <a:gdLst/>
              <a:ahLst/>
              <a:cxnLst/>
              <a:rect l="l" t="t" r="r" b="b"/>
              <a:pathLst>
                <a:path w="763" h="358" extrusionOk="0">
                  <a:moveTo>
                    <a:pt x="1" y="27"/>
                  </a:moveTo>
                  <a:cubicBezTo>
                    <a:pt x="0" y="41"/>
                    <a:pt x="25" y="62"/>
                    <a:pt x="25" y="75"/>
                  </a:cubicBezTo>
                  <a:cubicBezTo>
                    <a:pt x="26" y="89"/>
                    <a:pt x="4" y="123"/>
                    <a:pt x="14" y="160"/>
                  </a:cubicBezTo>
                  <a:cubicBezTo>
                    <a:pt x="32" y="219"/>
                    <a:pt x="230" y="155"/>
                    <a:pt x="245" y="169"/>
                  </a:cubicBezTo>
                  <a:cubicBezTo>
                    <a:pt x="269" y="192"/>
                    <a:pt x="241" y="258"/>
                    <a:pt x="255" y="280"/>
                  </a:cubicBezTo>
                  <a:cubicBezTo>
                    <a:pt x="275" y="313"/>
                    <a:pt x="582" y="358"/>
                    <a:pt x="735" y="252"/>
                  </a:cubicBezTo>
                  <a:cubicBezTo>
                    <a:pt x="763" y="232"/>
                    <a:pt x="729" y="168"/>
                    <a:pt x="749" y="8"/>
                  </a:cubicBezTo>
                  <a:cubicBezTo>
                    <a:pt x="749" y="4"/>
                    <a:pt x="746" y="0"/>
                    <a:pt x="7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19" y="1"/>
                    <a:pt x="17" y="3"/>
                  </a:cubicBezTo>
                  <a:cubicBezTo>
                    <a:pt x="10" y="11"/>
                    <a:pt x="2" y="21"/>
                    <a:pt x="1" y="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089;p48">
              <a:extLst>
                <a:ext uri="{FF2B5EF4-FFF2-40B4-BE49-F238E27FC236}">
                  <a16:creationId xmlns:a16="http://schemas.microsoft.com/office/drawing/2014/main" id="{54AAC96B-7053-F219-A63F-D72ECE32CB9A}"/>
                </a:ext>
              </a:extLst>
            </p:cNvPr>
            <p:cNvSpPr/>
            <p:nvPr/>
          </p:nvSpPr>
          <p:spPr>
            <a:xfrm>
              <a:off x="606645" y="1354464"/>
              <a:ext cx="561583" cy="154615"/>
            </a:xfrm>
            <a:custGeom>
              <a:avLst/>
              <a:gdLst/>
              <a:ahLst/>
              <a:cxnLst/>
              <a:rect l="l" t="t" r="r" b="b"/>
              <a:pathLst>
                <a:path w="938" h="259" extrusionOk="0">
                  <a:moveTo>
                    <a:pt x="2" y="109"/>
                  </a:moveTo>
                  <a:cubicBezTo>
                    <a:pt x="0" y="146"/>
                    <a:pt x="74" y="161"/>
                    <a:pt x="88" y="186"/>
                  </a:cubicBezTo>
                  <a:cubicBezTo>
                    <a:pt x="93" y="197"/>
                    <a:pt x="77" y="222"/>
                    <a:pt x="79" y="237"/>
                  </a:cubicBezTo>
                  <a:cubicBezTo>
                    <a:pt x="79" y="244"/>
                    <a:pt x="91" y="252"/>
                    <a:pt x="101" y="257"/>
                  </a:cubicBezTo>
                  <a:cubicBezTo>
                    <a:pt x="103" y="258"/>
                    <a:pt x="104" y="259"/>
                    <a:pt x="106" y="259"/>
                  </a:cubicBezTo>
                  <a:cubicBezTo>
                    <a:pt x="840" y="259"/>
                    <a:pt x="840" y="259"/>
                    <a:pt x="840" y="259"/>
                  </a:cubicBezTo>
                  <a:cubicBezTo>
                    <a:pt x="840" y="258"/>
                    <a:pt x="840" y="258"/>
                    <a:pt x="840" y="258"/>
                  </a:cubicBezTo>
                  <a:cubicBezTo>
                    <a:pt x="854" y="164"/>
                    <a:pt x="895" y="93"/>
                    <a:pt x="936" y="10"/>
                  </a:cubicBezTo>
                  <a:cubicBezTo>
                    <a:pt x="936" y="10"/>
                    <a:pt x="936" y="10"/>
                    <a:pt x="936" y="10"/>
                  </a:cubicBezTo>
                  <a:cubicBezTo>
                    <a:pt x="938" y="5"/>
                    <a:pt x="935" y="0"/>
                    <a:pt x="92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5" y="0"/>
                    <a:pt x="73" y="1"/>
                    <a:pt x="71" y="3"/>
                  </a:cubicBezTo>
                  <a:cubicBezTo>
                    <a:pt x="39" y="39"/>
                    <a:pt x="3" y="78"/>
                    <a:pt x="2" y="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090;p48">
              <a:extLst>
                <a:ext uri="{FF2B5EF4-FFF2-40B4-BE49-F238E27FC236}">
                  <a16:creationId xmlns:a16="http://schemas.microsoft.com/office/drawing/2014/main" id="{2BEA3FDF-386D-0A60-FCD2-3F4DC055A3E2}"/>
                </a:ext>
              </a:extLst>
            </p:cNvPr>
            <p:cNvSpPr/>
            <p:nvPr/>
          </p:nvSpPr>
          <p:spPr>
            <a:xfrm>
              <a:off x="661721" y="1191460"/>
              <a:ext cx="533444" cy="154135"/>
            </a:xfrm>
            <a:custGeom>
              <a:avLst/>
              <a:gdLst/>
              <a:ahLst/>
              <a:cxnLst/>
              <a:rect l="l" t="t" r="r" b="b"/>
              <a:pathLst>
                <a:path w="891" h="258" extrusionOk="0">
                  <a:moveTo>
                    <a:pt x="8" y="98"/>
                  </a:moveTo>
                  <a:cubicBezTo>
                    <a:pt x="2" y="142"/>
                    <a:pt x="31" y="174"/>
                    <a:pt x="28" y="199"/>
                  </a:cubicBezTo>
                  <a:cubicBezTo>
                    <a:pt x="26" y="213"/>
                    <a:pt x="17" y="230"/>
                    <a:pt x="3" y="247"/>
                  </a:cubicBezTo>
                  <a:cubicBezTo>
                    <a:pt x="0" y="252"/>
                    <a:pt x="3" y="258"/>
                    <a:pt x="9" y="258"/>
                  </a:cubicBezTo>
                  <a:cubicBezTo>
                    <a:pt x="849" y="258"/>
                    <a:pt x="849" y="258"/>
                    <a:pt x="849" y="258"/>
                  </a:cubicBezTo>
                  <a:cubicBezTo>
                    <a:pt x="852" y="258"/>
                    <a:pt x="855" y="256"/>
                    <a:pt x="856" y="254"/>
                  </a:cubicBezTo>
                  <a:cubicBezTo>
                    <a:pt x="875" y="195"/>
                    <a:pt x="891" y="98"/>
                    <a:pt x="873" y="5"/>
                  </a:cubicBezTo>
                  <a:cubicBezTo>
                    <a:pt x="872" y="2"/>
                    <a:pt x="869" y="0"/>
                    <a:pt x="8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0"/>
                    <a:pt x="28" y="2"/>
                    <a:pt x="27" y="5"/>
                  </a:cubicBezTo>
                  <a:cubicBezTo>
                    <a:pt x="17" y="38"/>
                    <a:pt x="11" y="70"/>
                    <a:pt x="8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091;p48">
              <a:extLst>
                <a:ext uri="{FF2B5EF4-FFF2-40B4-BE49-F238E27FC236}">
                  <a16:creationId xmlns:a16="http://schemas.microsoft.com/office/drawing/2014/main" id="{9E24E8C8-01FE-A1EB-B1B0-1DF339301EC7}"/>
                </a:ext>
              </a:extLst>
            </p:cNvPr>
            <p:cNvSpPr/>
            <p:nvPr/>
          </p:nvSpPr>
          <p:spPr>
            <a:xfrm>
              <a:off x="683367" y="1011196"/>
              <a:ext cx="497368" cy="171394"/>
            </a:xfrm>
            <a:custGeom>
              <a:avLst/>
              <a:gdLst/>
              <a:ahLst/>
              <a:cxnLst/>
              <a:rect l="l" t="t" r="r" b="b"/>
              <a:pathLst>
                <a:path w="831" h="287" extrusionOk="0">
                  <a:moveTo>
                    <a:pt x="690" y="102"/>
                  </a:moveTo>
                  <a:cubicBezTo>
                    <a:pt x="488" y="0"/>
                    <a:pt x="287" y="19"/>
                    <a:pt x="180" y="75"/>
                  </a:cubicBezTo>
                  <a:cubicBezTo>
                    <a:pt x="84" y="125"/>
                    <a:pt x="31" y="203"/>
                    <a:pt x="2" y="278"/>
                  </a:cubicBezTo>
                  <a:cubicBezTo>
                    <a:pt x="0" y="282"/>
                    <a:pt x="3" y="287"/>
                    <a:pt x="8" y="287"/>
                  </a:cubicBezTo>
                  <a:cubicBezTo>
                    <a:pt x="823" y="287"/>
                    <a:pt x="823" y="287"/>
                    <a:pt x="823" y="287"/>
                  </a:cubicBezTo>
                  <a:cubicBezTo>
                    <a:pt x="828" y="287"/>
                    <a:pt x="831" y="283"/>
                    <a:pt x="830" y="278"/>
                  </a:cubicBezTo>
                  <a:cubicBezTo>
                    <a:pt x="810" y="207"/>
                    <a:pt x="768" y="141"/>
                    <a:pt x="69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092;p48">
            <a:extLst>
              <a:ext uri="{FF2B5EF4-FFF2-40B4-BE49-F238E27FC236}">
                <a16:creationId xmlns:a16="http://schemas.microsoft.com/office/drawing/2014/main" id="{31389598-EF5C-5287-5FB6-307A6667BBC4}"/>
              </a:ext>
            </a:extLst>
          </p:cNvPr>
          <p:cNvGrpSpPr/>
          <p:nvPr/>
        </p:nvGrpSpPr>
        <p:grpSpPr>
          <a:xfrm>
            <a:off x="8325615" y="2019550"/>
            <a:ext cx="223804" cy="334322"/>
            <a:chOff x="11033597" y="1011159"/>
            <a:chExt cx="482075" cy="720133"/>
          </a:xfrm>
        </p:grpSpPr>
        <p:sp>
          <p:nvSpPr>
            <p:cNvPr id="114" name="Google Shape;1093;p48">
              <a:extLst>
                <a:ext uri="{FF2B5EF4-FFF2-40B4-BE49-F238E27FC236}">
                  <a16:creationId xmlns:a16="http://schemas.microsoft.com/office/drawing/2014/main" id="{881AEE6C-3317-015C-96A9-518461D816D3}"/>
                </a:ext>
              </a:extLst>
            </p:cNvPr>
            <p:cNvSpPr/>
            <p:nvPr/>
          </p:nvSpPr>
          <p:spPr>
            <a:xfrm>
              <a:off x="11033597" y="1414369"/>
              <a:ext cx="482075" cy="151349"/>
            </a:xfrm>
            <a:custGeom>
              <a:avLst/>
              <a:gdLst/>
              <a:ahLst/>
              <a:cxnLst/>
              <a:rect l="l" t="t" r="r" b="b"/>
              <a:pathLst>
                <a:path w="724" h="227" extrusionOk="0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094;p48">
              <a:extLst>
                <a:ext uri="{FF2B5EF4-FFF2-40B4-BE49-F238E27FC236}">
                  <a16:creationId xmlns:a16="http://schemas.microsoft.com/office/drawing/2014/main" id="{044CC891-99EE-5F59-8221-6C4988566584}"/>
                </a:ext>
              </a:extLst>
            </p:cNvPr>
            <p:cNvSpPr/>
            <p:nvPr/>
          </p:nvSpPr>
          <p:spPr>
            <a:xfrm>
              <a:off x="11142821" y="1011159"/>
              <a:ext cx="263627" cy="229006"/>
            </a:xfrm>
            <a:custGeom>
              <a:avLst/>
              <a:gdLst/>
              <a:ahLst/>
              <a:cxnLst/>
              <a:rect l="l" t="t" r="r" b="b"/>
              <a:pathLst>
                <a:path w="396" h="343" extrusionOk="0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095;p48">
              <a:extLst>
                <a:ext uri="{FF2B5EF4-FFF2-40B4-BE49-F238E27FC236}">
                  <a16:creationId xmlns:a16="http://schemas.microsoft.com/office/drawing/2014/main" id="{700FF018-6895-636B-3FA4-DE6D2F3E57C9}"/>
                </a:ext>
              </a:extLst>
            </p:cNvPr>
            <p:cNvSpPr/>
            <p:nvPr/>
          </p:nvSpPr>
          <p:spPr>
            <a:xfrm>
              <a:off x="11052228" y="1576445"/>
              <a:ext cx="444813" cy="154847"/>
            </a:xfrm>
            <a:custGeom>
              <a:avLst/>
              <a:gdLst/>
              <a:ahLst/>
              <a:cxnLst/>
              <a:rect l="l" t="t" r="r" b="b"/>
              <a:pathLst>
                <a:path w="668" h="232" extrusionOk="0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096;p48">
              <a:extLst>
                <a:ext uri="{FF2B5EF4-FFF2-40B4-BE49-F238E27FC236}">
                  <a16:creationId xmlns:a16="http://schemas.microsoft.com/office/drawing/2014/main" id="{AD8DE58D-B5FB-20C6-9EA2-2FAB20FA2FED}"/>
                </a:ext>
              </a:extLst>
            </p:cNvPr>
            <p:cNvSpPr/>
            <p:nvPr/>
          </p:nvSpPr>
          <p:spPr>
            <a:xfrm>
              <a:off x="11051762" y="1251592"/>
              <a:ext cx="446676" cy="151349"/>
            </a:xfrm>
            <a:custGeom>
              <a:avLst/>
              <a:gdLst/>
              <a:ahLst/>
              <a:cxnLst/>
              <a:rect l="l" t="t" r="r" b="b"/>
              <a:pathLst>
                <a:path w="671" h="227" extrusionOk="0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097;p48">
            <a:extLst>
              <a:ext uri="{FF2B5EF4-FFF2-40B4-BE49-F238E27FC236}">
                <a16:creationId xmlns:a16="http://schemas.microsoft.com/office/drawing/2014/main" id="{DEDE3CE1-5E60-45A4-D287-365DA198F795}"/>
              </a:ext>
            </a:extLst>
          </p:cNvPr>
          <p:cNvGrpSpPr/>
          <p:nvPr/>
        </p:nvGrpSpPr>
        <p:grpSpPr>
          <a:xfrm>
            <a:off x="7274767" y="1985285"/>
            <a:ext cx="345529" cy="368591"/>
            <a:chOff x="8770051" y="937343"/>
            <a:chExt cx="744273" cy="793950"/>
          </a:xfrm>
        </p:grpSpPr>
        <p:sp>
          <p:nvSpPr>
            <p:cNvPr id="119" name="Google Shape;1098;p48">
              <a:extLst>
                <a:ext uri="{FF2B5EF4-FFF2-40B4-BE49-F238E27FC236}">
                  <a16:creationId xmlns:a16="http://schemas.microsoft.com/office/drawing/2014/main" id="{1C732283-B766-D502-DC88-EA55134C2851}"/>
                </a:ext>
              </a:extLst>
            </p:cNvPr>
            <p:cNvSpPr/>
            <p:nvPr/>
          </p:nvSpPr>
          <p:spPr>
            <a:xfrm>
              <a:off x="8968558" y="1402926"/>
              <a:ext cx="348361" cy="98539"/>
            </a:xfrm>
            <a:custGeom>
              <a:avLst/>
              <a:gdLst/>
              <a:ahLst/>
              <a:cxnLst/>
              <a:rect l="l" t="t" r="r" b="b"/>
              <a:pathLst>
                <a:path w="1741804" h="492696" extrusionOk="0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099;p48">
              <a:extLst>
                <a:ext uri="{FF2B5EF4-FFF2-40B4-BE49-F238E27FC236}">
                  <a16:creationId xmlns:a16="http://schemas.microsoft.com/office/drawing/2014/main" id="{BCB3E114-2045-E160-775A-A9B130BFED78}"/>
                </a:ext>
              </a:extLst>
            </p:cNvPr>
            <p:cNvSpPr/>
            <p:nvPr/>
          </p:nvSpPr>
          <p:spPr>
            <a:xfrm>
              <a:off x="8960465" y="1079360"/>
              <a:ext cx="362496" cy="102351"/>
            </a:xfrm>
            <a:custGeom>
              <a:avLst/>
              <a:gdLst/>
              <a:ahLst/>
              <a:cxnLst/>
              <a:rect l="l" t="t" r="r" b="b"/>
              <a:pathLst>
                <a:path w="1812480" h="511754" extrusionOk="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100;p48">
              <a:extLst>
                <a:ext uri="{FF2B5EF4-FFF2-40B4-BE49-F238E27FC236}">
                  <a16:creationId xmlns:a16="http://schemas.microsoft.com/office/drawing/2014/main" id="{549B6D35-EC6A-9F03-560C-E8EC55C1E3BB}"/>
                </a:ext>
              </a:extLst>
            </p:cNvPr>
            <p:cNvSpPr/>
            <p:nvPr/>
          </p:nvSpPr>
          <p:spPr>
            <a:xfrm>
              <a:off x="8930121" y="1189758"/>
              <a:ext cx="422643" cy="98539"/>
            </a:xfrm>
            <a:custGeom>
              <a:avLst/>
              <a:gdLst/>
              <a:ahLst/>
              <a:cxnLst/>
              <a:rect l="l" t="t" r="r" b="b"/>
              <a:pathLst>
                <a:path w="2113216" h="492696" extrusionOk="0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101;p48">
              <a:extLst>
                <a:ext uri="{FF2B5EF4-FFF2-40B4-BE49-F238E27FC236}">
                  <a16:creationId xmlns:a16="http://schemas.microsoft.com/office/drawing/2014/main" id="{3D6CF09C-3045-0E62-BFB9-C215671BAF79}"/>
                </a:ext>
              </a:extLst>
            </p:cNvPr>
            <p:cNvSpPr/>
            <p:nvPr/>
          </p:nvSpPr>
          <p:spPr>
            <a:xfrm>
              <a:off x="8930847" y="1296342"/>
              <a:ext cx="421894" cy="98539"/>
            </a:xfrm>
            <a:custGeom>
              <a:avLst/>
              <a:gdLst/>
              <a:ahLst/>
              <a:cxnLst/>
              <a:rect l="l" t="t" r="r" b="b"/>
              <a:pathLst>
                <a:path w="2109469" h="492696" extrusionOk="0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102;p48">
              <a:extLst>
                <a:ext uri="{FF2B5EF4-FFF2-40B4-BE49-F238E27FC236}">
                  <a16:creationId xmlns:a16="http://schemas.microsoft.com/office/drawing/2014/main" id="{10309F9F-79D5-2D96-3FC6-EC49D9A8F3CC}"/>
                </a:ext>
              </a:extLst>
            </p:cNvPr>
            <p:cNvSpPr/>
            <p:nvPr/>
          </p:nvSpPr>
          <p:spPr>
            <a:xfrm>
              <a:off x="9031006" y="1509510"/>
              <a:ext cx="223837" cy="102349"/>
            </a:xfrm>
            <a:custGeom>
              <a:avLst/>
              <a:gdLst/>
              <a:ahLst/>
              <a:cxnLst/>
              <a:rect l="l" t="t" r="r" b="b"/>
              <a:pathLst>
                <a:path w="1119187" h="511746" extrusionOk="0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4" name="Google Shape;1103;p48">
              <a:extLst>
                <a:ext uri="{FF2B5EF4-FFF2-40B4-BE49-F238E27FC236}">
                  <a16:creationId xmlns:a16="http://schemas.microsoft.com/office/drawing/2014/main" id="{939F309C-1583-0A87-0366-257875EB705F}"/>
                </a:ext>
              </a:extLst>
            </p:cNvPr>
            <p:cNvGrpSpPr/>
            <p:nvPr/>
          </p:nvGrpSpPr>
          <p:grpSpPr>
            <a:xfrm>
              <a:off x="8770051" y="937343"/>
              <a:ext cx="744273" cy="793950"/>
              <a:chOff x="6565437" y="1588001"/>
              <a:chExt cx="744273" cy="793950"/>
            </a:xfrm>
          </p:grpSpPr>
          <p:sp>
            <p:nvSpPr>
              <p:cNvPr id="125" name="Google Shape;1104;p48">
                <a:extLst>
                  <a:ext uri="{FF2B5EF4-FFF2-40B4-BE49-F238E27FC236}">
                    <a16:creationId xmlns:a16="http://schemas.microsoft.com/office/drawing/2014/main" id="{BBF52047-DBAB-07DF-BE2F-43D8AF3D2BC6}"/>
                  </a:ext>
                </a:extLst>
              </p:cNvPr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105;p48">
                <a:extLst>
                  <a:ext uri="{FF2B5EF4-FFF2-40B4-BE49-F238E27FC236}">
                    <a16:creationId xmlns:a16="http://schemas.microsoft.com/office/drawing/2014/main" id="{B773AB4E-210D-7FFE-0E7A-6481A89F0646}"/>
                  </a:ext>
                </a:extLst>
              </p:cNvPr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106;p48">
                <a:extLst>
                  <a:ext uri="{FF2B5EF4-FFF2-40B4-BE49-F238E27FC236}">
                    <a16:creationId xmlns:a16="http://schemas.microsoft.com/office/drawing/2014/main" id="{CEC825DC-04D8-417E-CD82-526A4138E386}"/>
                  </a:ext>
                </a:extLst>
              </p:cNvPr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107;p48">
                <a:extLst>
                  <a:ext uri="{FF2B5EF4-FFF2-40B4-BE49-F238E27FC236}">
                    <a16:creationId xmlns:a16="http://schemas.microsoft.com/office/drawing/2014/main" id="{53204BB2-008C-3C47-AB79-DFE6EAC30B4A}"/>
                  </a:ext>
                </a:extLst>
              </p:cNvPr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108;p48">
                <a:extLst>
                  <a:ext uri="{FF2B5EF4-FFF2-40B4-BE49-F238E27FC236}">
                    <a16:creationId xmlns:a16="http://schemas.microsoft.com/office/drawing/2014/main" id="{1E7408FA-AC1E-94AF-9E86-63B16CF746F1}"/>
                  </a:ext>
                </a:extLst>
              </p:cNvPr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109;p48">
                <a:extLst>
                  <a:ext uri="{FF2B5EF4-FFF2-40B4-BE49-F238E27FC236}">
                    <a16:creationId xmlns:a16="http://schemas.microsoft.com/office/drawing/2014/main" id="{062015F3-D1B3-FFDA-768B-2AF8E2952E91}"/>
                  </a:ext>
                </a:extLst>
              </p:cNvPr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110;p48">
                <a:extLst>
                  <a:ext uri="{FF2B5EF4-FFF2-40B4-BE49-F238E27FC236}">
                    <a16:creationId xmlns:a16="http://schemas.microsoft.com/office/drawing/2014/main" id="{F585A9AA-A173-B0EE-52AD-38DA7D0601A7}"/>
                  </a:ext>
                </a:extLst>
              </p:cNvPr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111;p48">
                <a:extLst>
                  <a:ext uri="{FF2B5EF4-FFF2-40B4-BE49-F238E27FC236}">
                    <a16:creationId xmlns:a16="http://schemas.microsoft.com/office/drawing/2014/main" id="{14EA576D-ADF8-575A-C135-10DF3AAD7C41}"/>
                  </a:ext>
                </a:extLst>
              </p:cNvPr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112;p48">
                <a:extLst>
                  <a:ext uri="{FF2B5EF4-FFF2-40B4-BE49-F238E27FC236}">
                    <a16:creationId xmlns:a16="http://schemas.microsoft.com/office/drawing/2014/main" id="{690A2625-63C3-B6B1-1EC9-2097293D4E88}"/>
                  </a:ext>
                </a:extLst>
              </p:cNvPr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113;p48">
                <a:extLst>
                  <a:ext uri="{FF2B5EF4-FFF2-40B4-BE49-F238E27FC236}">
                    <a16:creationId xmlns:a16="http://schemas.microsoft.com/office/drawing/2014/main" id="{639B36BF-8B68-8953-31C2-AB550F1CCE2C}"/>
                  </a:ext>
                </a:extLst>
              </p:cNvPr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5" name="Google Shape;1114;p48">
            <a:extLst>
              <a:ext uri="{FF2B5EF4-FFF2-40B4-BE49-F238E27FC236}">
                <a16:creationId xmlns:a16="http://schemas.microsoft.com/office/drawing/2014/main" id="{577B43A2-7BE6-5577-7B1F-C0FA4889DED7}"/>
              </a:ext>
            </a:extLst>
          </p:cNvPr>
          <p:cNvGrpSpPr/>
          <p:nvPr/>
        </p:nvGrpSpPr>
        <p:grpSpPr>
          <a:xfrm>
            <a:off x="6223915" y="1985285"/>
            <a:ext cx="345529" cy="368591"/>
            <a:chOff x="6506504" y="937343"/>
            <a:chExt cx="744273" cy="793950"/>
          </a:xfrm>
        </p:grpSpPr>
        <p:sp>
          <p:nvSpPr>
            <p:cNvPr id="136" name="Google Shape;1115;p48">
              <a:extLst>
                <a:ext uri="{FF2B5EF4-FFF2-40B4-BE49-F238E27FC236}">
                  <a16:creationId xmlns:a16="http://schemas.microsoft.com/office/drawing/2014/main" id="{76C99E3C-BAD4-EF60-968E-B3182B96E350}"/>
                </a:ext>
              </a:extLst>
            </p:cNvPr>
            <p:cNvSpPr/>
            <p:nvPr/>
          </p:nvSpPr>
          <p:spPr>
            <a:xfrm>
              <a:off x="6666683" y="1079385"/>
              <a:ext cx="422268" cy="171940"/>
            </a:xfrm>
            <a:custGeom>
              <a:avLst/>
              <a:gdLst/>
              <a:ahLst/>
              <a:cxnLst/>
              <a:rect l="l" t="t" r="r" b="b"/>
              <a:pathLst>
                <a:path w="2085276" h="859701" extrusionOk="0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116;p48">
              <a:extLst>
                <a:ext uri="{FF2B5EF4-FFF2-40B4-BE49-F238E27FC236}">
                  <a16:creationId xmlns:a16="http://schemas.microsoft.com/office/drawing/2014/main" id="{816915C2-9C9C-C3A7-116F-AF1E4E5133D9}"/>
                </a:ext>
              </a:extLst>
            </p:cNvPr>
            <p:cNvSpPr/>
            <p:nvPr/>
          </p:nvSpPr>
          <p:spPr>
            <a:xfrm>
              <a:off x="6664423" y="1259933"/>
              <a:ext cx="427985" cy="171450"/>
            </a:xfrm>
            <a:custGeom>
              <a:avLst/>
              <a:gdLst/>
              <a:ahLst/>
              <a:cxnLst/>
              <a:rect l="l" t="t" r="r" b="b"/>
              <a:pathLst>
                <a:path w="2113506" h="857250" extrusionOk="0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117;p48">
              <a:extLst>
                <a:ext uri="{FF2B5EF4-FFF2-40B4-BE49-F238E27FC236}">
                  <a16:creationId xmlns:a16="http://schemas.microsoft.com/office/drawing/2014/main" id="{0981BE8E-C011-1F94-ACD1-4EB2CB9E27CC}"/>
                </a:ext>
              </a:extLst>
            </p:cNvPr>
            <p:cNvSpPr/>
            <p:nvPr/>
          </p:nvSpPr>
          <p:spPr>
            <a:xfrm>
              <a:off x="6727642" y="1439988"/>
              <a:ext cx="303068" cy="171348"/>
            </a:xfrm>
            <a:custGeom>
              <a:avLst/>
              <a:gdLst/>
              <a:ahLst/>
              <a:cxnLst/>
              <a:rect l="l" t="t" r="r" b="b"/>
              <a:pathLst>
                <a:path w="1496631" h="856741" extrusionOk="0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9" name="Google Shape;1118;p48">
              <a:extLst>
                <a:ext uri="{FF2B5EF4-FFF2-40B4-BE49-F238E27FC236}">
                  <a16:creationId xmlns:a16="http://schemas.microsoft.com/office/drawing/2014/main" id="{65030A01-CC01-A89B-36C6-110E4314075D}"/>
                </a:ext>
              </a:extLst>
            </p:cNvPr>
            <p:cNvGrpSpPr/>
            <p:nvPr/>
          </p:nvGrpSpPr>
          <p:grpSpPr>
            <a:xfrm>
              <a:off x="6506504" y="937343"/>
              <a:ext cx="744273" cy="793950"/>
              <a:chOff x="6565437" y="1588001"/>
              <a:chExt cx="744273" cy="793950"/>
            </a:xfrm>
          </p:grpSpPr>
          <p:sp>
            <p:nvSpPr>
              <p:cNvPr id="140" name="Google Shape;1119;p48">
                <a:extLst>
                  <a:ext uri="{FF2B5EF4-FFF2-40B4-BE49-F238E27FC236}">
                    <a16:creationId xmlns:a16="http://schemas.microsoft.com/office/drawing/2014/main" id="{9E8203EC-E241-FAA9-1DEC-19DA74CF27CB}"/>
                  </a:ext>
                </a:extLst>
              </p:cNvPr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120;p48">
                <a:extLst>
                  <a:ext uri="{FF2B5EF4-FFF2-40B4-BE49-F238E27FC236}">
                    <a16:creationId xmlns:a16="http://schemas.microsoft.com/office/drawing/2014/main" id="{BDC89CDC-A6F1-CC2B-2C7A-5A9E5E9E3AB2}"/>
                  </a:ext>
                </a:extLst>
              </p:cNvPr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121;p48">
                <a:extLst>
                  <a:ext uri="{FF2B5EF4-FFF2-40B4-BE49-F238E27FC236}">
                    <a16:creationId xmlns:a16="http://schemas.microsoft.com/office/drawing/2014/main" id="{B9D01AAF-DFC5-DDEE-C396-B60A03C8BCBB}"/>
                  </a:ext>
                </a:extLst>
              </p:cNvPr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122;p48">
                <a:extLst>
                  <a:ext uri="{FF2B5EF4-FFF2-40B4-BE49-F238E27FC236}">
                    <a16:creationId xmlns:a16="http://schemas.microsoft.com/office/drawing/2014/main" id="{83B9D080-6A64-F649-51FB-AC8D413985C2}"/>
                  </a:ext>
                </a:extLst>
              </p:cNvPr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123;p48">
                <a:extLst>
                  <a:ext uri="{FF2B5EF4-FFF2-40B4-BE49-F238E27FC236}">
                    <a16:creationId xmlns:a16="http://schemas.microsoft.com/office/drawing/2014/main" id="{35C5E368-8CA8-E230-E849-833B43CC918E}"/>
                  </a:ext>
                </a:extLst>
              </p:cNvPr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124;p48">
                <a:extLst>
                  <a:ext uri="{FF2B5EF4-FFF2-40B4-BE49-F238E27FC236}">
                    <a16:creationId xmlns:a16="http://schemas.microsoft.com/office/drawing/2014/main" id="{149CA4EA-E566-DD17-E0CA-EB9D4E5CA135}"/>
                  </a:ext>
                </a:extLst>
              </p:cNvPr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125;p48">
                <a:extLst>
                  <a:ext uri="{FF2B5EF4-FFF2-40B4-BE49-F238E27FC236}">
                    <a16:creationId xmlns:a16="http://schemas.microsoft.com/office/drawing/2014/main" id="{15C53363-DBD5-96B4-FB12-8599464AC467}"/>
                  </a:ext>
                </a:extLst>
              </p:cNvPr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126;p48">
                <a:extLst>
                  <a:ext uri="{FF2B5EF4-FFF2-40B4-BE49-F238E27FC236}">
                    <a16:creationId xmlns:a16="http://schemas.microsoft.com/office/drawing/2014/main" id="{305605D6-4562-8270-64AF-1C075176306F}"/>
                  </a:ext>
                </a:extLst>
              </p:cNvPr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127;p48">
                <a:extLst>
                  <a:ext uri="{FF2B5EF4-FFF2-40B4-BE49-F238E27FC236}">
                    <a16:creationId xmlns:a16="http://schemas.microsoft.com/office/drawing/2014/main" id="{E4511C57-6F85-60F5-F4BD-9FDA126FD60D}"/>
                  </a:ext>
                </a:extLst>
              </p:cNvPr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128;p48">
                <a:extLst>
                  <a:ext uri="{FF2B5EF4-FFF2-40B4-BE49-F238E27FC236}">
                    <a16:creationId xmlns:a16="http://schemas.microsoft.com/office/drawing/2014/main" id="{CF667D29-0A6A-3FC1-3E5E-77297737BE69}"/>
                  </a:ext>
                </a:extLst>
              </p:cNvPr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0" name="Google Shape;1129;p48">
            <a:extLst>
              <a:ext uri="{FF2B5EF4-FFF2-40B4-BE49-F238E27FC236}">
                <a16:creationId xmlns:a16="http://schemas.microsoft.com/office/drawing/2014/main" id="{B24B5B30-2564-7DBE-C38F-B4EA17E1B88F}"/>
              </a:ext>
            </a:extLst>
          </p:cNvPr>
          <p:cNvGrpSpPr/>
          <p:nvPr/>
        </p:nvGrpSpPr>
        <p:grpSpPr>
          <a:xfrm>
            <a:off x="6749341" y="1985285"/>
            <a:ext cx="345529" cy="368591"/>
            <a:chOff x="7638277" y="937343"/>
            <a:chExt cx="744273" cy="793950"/>
          </a:xfrm>
        </p:grpSpPr>
        <p:sp>
          <p:nvSpPr>
            <p:cNvPr id="151" name="Google Shape;1130;p48">
              <a:extLst>
                <a:ext uri="{FF2B5EF4-FFF2-40B4-BE49-F238E27FC236}">
                  <a16:creationId xmlns:a16="http://schemas.microsoft.com/office/drawing/2014/main" id="{EB8EA5E7-94CF-09EE-4345-1FAC56AB5186}"/>
                </a:ext>
              </a:extLst>
            </p:cNvPr>
            <p:cNvSpPr/>
            <p:nvPr/>
          </p:nvSpPr>
          <p:spPr>
            <a:xfrm>
              <a:off x="8012931" y="1079385"/>
              <a:ext cx="217151" cy="253479"/>
            </a:xfrm>
            <a:custGeom>
              <a:avLst/>
              <a:gdLst/>
              <a:ahLst/>
              <a:cxnLst/>
              <a:rect l="l" t="t" r="r" b="b"/>
              <a:pathLst>
                <a:path w="1085755" h="1267396" extrusionOk="0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131;p48">
              <a:extLst>
                <a:ext uri="{FF2B5EF4-FFF2-40B4-BE49-F238E27FC236}">
                  <a16:creationId xmlns:a16="http://schemas.microsoft.com/office/drawing/2014/main" id="{7846BC34-53BB-9439-2FC0-43A5B06DB04E}"/>
                </a:ext>
              </a:extLst>
            </p:cNvPr>
            <p:cNvSpPr/>
            <p:nvPr/>
          </p:nvSpPr>
          <p:spPr>
            <a:xfrm>
              <a:off x="7789628" y="1079436"/>
              <a:ext cx="214318" cy="253428"/>
            </a:xfrm>
            <a:custGeom>
              <a:avLst/>
              <a:gdLst/>
              <a:ahLst/>
              <a:cxnLst/>
              <a:rect l="l" t="t" r="r" b="b"/>
              <a:pathLst>
                <a:path w="1071591" h="1267142" extrusionOk="0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132;p48">
              <a:extLst>
                <a:ext uri="{FF2B5EF4-FFF2-40B4-BE49-F238E27FC236}">
                  <a16:creationId xmlns:a16="http://schemas.microsoft.com/office/drawing/2014/main" id="{614DCEFF-1C89-39A7-9ECF-FF477BBE8E4C}"/>
                </a:ext>
              </a:extLst>
            </p:cNvPr>
            <p:cNvSpPr/>
            <p:nvPr/>
          </p:nvSpPr>
          <p:spPr>
            <a:xfrm>
              <a:off x="8012931" y="1341261"/>
              <a:ext cx="202133" cy="270446"/>
            </a:xfrm>
            <a:custGeom>
              <a:avLst/>
              <a:gdLst/>
              <a:ahLst/>
              <a:cxnLst/>
              <a:rect l="l" t="t" r="r" b="b"/>
              <a:pathLst>
                <a:path w="1010666" h="1352232" extrusionOk="0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133;p48">
              <a:extLst>
                <a:ext uri="{FF2B5EF4-FFF2-40B4-BE49-F238E27FC236}">
                  <a16:creationId xmlns:a16="http://schemas.microsoft.com/office/drawing/2014/main" id="{C5CC7813-1F15-B367-A10A-66FB8C60C224}"/>
                </a:ext>
              </a:extLst>
            </p:cNvPr>
            <p:cNvSpPr/>
            <p:nvPr/>
          </p:nvSpPr>
          <p:spPr>
            <a:xfrm>
              <a:off x="7804733" y="1341261"/>
              <a:ext cx="199288" cy="270439"/>
            </a:xfrm>
            <a:custGeom>
              <a:avLst/>
              <a:gdLst/>
              <a:ahLst/>
              <a:cxnLst/>
              <a:rect l="l" t="t" r="r" b="b"/>
              <a:pathLst>
                <a:path w="996442" h="1352197" extrusionOk="0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5" name="Google Shape;1134;p48">
              <a:extLst>
                <a:ext uri="{FF2B5EF4-FFF2-40B4-BE49-F238E27FC236}">
                  <a16:creationId xmlns:a16="http://schemas.microsoft.com/office/drawing/2014/main" id="{C97DAB0B-40B8-DA6F-F4F8-B00E23C69134}"/>
                </a:ext>
              </a:extLst>
            </p:cNvPr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156" name="Google Shape;1135;p48">
                <a:extLst>
                  <a:ext uri="{FF2B5EF4-FFF2-40B4-BE49-F238E27FC236}">
                    <a16:creationId xmlns:a16="http://schemas.microsoft.com/office/drawing/2014/main" id="{B8650EBB-7BFE-1924-603C-2250FBC1E51F}"/>
                  </a:ext>
                </a:extLst>
              </p:cNvPr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136;p48">
                <a:extLst>
                  <a:ext uri="{FF2B5EF4-FFF2-40B4-BE49-F238E27FC236}">
                    <a16:creationId xmlns:a16="http://schemas.microsoft.com/office/drawing/2014/main" id="{FA8C07D9-C1F5-CECA-5D1B-B0FF07A9B24A}"/>
                  </a:ext>
                </a:extLst>
              </p:cNvPr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137;p48">
                <a:extLst>
                  <a:ext uri="{FF2B5EF4-FFF2-40B4-BE49-F238E27FC236}">
                    <a16:creationId xmlns:a16="http://schemas.microsoft.com/office/drawing/2014/main" id="{1C9CE2FA-21E7-A7A9-2D86-96C07A9E3500}"/>
                  </a:ext>
                </a:extLst>
              </p:cNvPr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138;p48">
                <a:extLst>
                  <a:ext uri="{FF2B5EF4-FFF2-40B4-BE49-F238E27FC236}">
                    <a16:creationId xmlns:a16="http://schemas.microsoft.com/office/drawing/2014/main" id="{9EA1062A-4289-A8F0-2099-B0339067B10B}"/>
                  </a:ext>
                </a:extLst>
              </p:cNvPr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139;p48">
                <a:extLst>
                  <a:ext uri="{FF2B5EF4-FFF2-40B4-BE49-F238E27FC236}">
                    <a16:creationId xmlns:a16="http://schemas.microsoft.com/office/drawing/2014/main" id="{8AE26CCA-4206-EE23-3883-18B3C8EBF170}"/>
                  </a:ext>
                </a:extLst>
              </p:cNvPr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140;p48">
                <a:extLst>
                  <a:ext uri="{FF2B5EF4-FFF2-40B4-BE49-F238E27FC236}">
                    <a16:creationId xmlns:a16="http://schemas.microsoft.com/office/drawing/2014/main" id="{891FC27C-8550-F18D-D6F7-0224F6CA362A}"/>
                  </a:ext>
                </a:extLst>
              </p:cNvPr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141;p48">
                <a:extLst>
                  <a:ext uri="{FF2B5EF4-FFF2-40B4-BE49-F238E27FC236}">
                    <a16:creationId xmlns:a16="http://schemas.microsoft.com/office/drawing/2014/main" id="{00F52A0D-F3E1-3BD7-5BE5-BD272B2B7292}"/>
                  </a:ext>
                </a:extLst>
              </p:cNvPr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142;p48">
                <a:extLst>
                  <a:ext uri="{FF2B5EF4-FFF2-40B4-BE49-F238E27FC236}">
                    <a16:creationId xmlns:a16="http://schemas.microsoft.com/office/drawing/2014/main" id="{893DCF7D-8489-ACFF-AFE3-86576DDB9CD3}"/>
                  </a:ext>
                </a:extLst>
              </p:cNvPr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143;p48">
                <a:extLst>
                  <a:ext uri="{FF2B5EF4-FFF2-40B4-BE49-F238E27FC236}">
                    <a16:creationId xmlns:a16="http://schemas.microsoft.com/office/drawing/2014/main" id="{35920A54-D795-9DC4-72B6-43AD98D6A6B5}"/>
                  </a:ext>
                </a:extLst>
              </p:cNvPr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144;p48">
                <a:extLst>
                  <a:ext uri="{FF2B5EF4-FFF2-40B4-BE49-F238E27FC236}">
                    <a16:creationId xmlns:a16="http://schemas.microsoft.com/office/drawing/2014/main" id="{2529881A-6A64-FCC8-D694-314168660C48}"/>
                  </a:ext>
                </a:extLst>
              </p:cNvPr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6" name="Google Shape;1145;p48">
            <a:extLst>
              <a:ext uri="{FF2B5EF4-FFF2-40B4-BE49-F238E27FC236}">
                <a16:creationId xmlns:a16="http://schemas.microsoft.com/office/drawing/2014/main" id="{041CDB0E-A466-E703-AF51-02B3E9D1A14C}"/>
              </a:ext>
            </a:extLst>
          </p:cNvPr>
          <p:cNvGrpSpPr/>
          <p:nvPr/>
        </p:nvGrpSpPr>
        <p:grpSpPr>
          <a:xfrm>
            <a:off x="4904421" y="3627449"/>
            <a:ext cx="334334" cy="300573"/>
            <a:chOff x="3778727" y="4460423"/>
            <a:chExt cx="720160" cy="647438"/>
          </a:xfrm>
        </p:grpSpPr>
        <p:sp>
          <p:nvSpPr>
            <p:cNvPr id="167" name="Google Shape;1146;p48">
              <a:extLst>
                <a:ext uri="{FF2B5EF4-FFF2-40B4-BE49-F238E27FC236}">
                  <a16:creationId xmlns:a16="http://schemas.microsoft.com/office/drawing/2014/main" id="{7AFAAE23-6909-0B58-440C-A4E5C88B57DE}"/>
                </a:ext>
              </a:extLst>
            </p:cNvPr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147;p48">
              <a:extLst>
                <a:ext uri="{FF2B5EF4-FFF2-40B4-BE49-F238E27FC236}">
                  <a16:creationId xmlns:a16="http://schemas.microsoft.com/office/drawing/2014/main" id="{A7BF4628-6F9B-66CE-F2A9-625816C1104E}"/>
                </a:ext>
              </a:extLst>
            </p:cNvPr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148;p48">
              <a:extLst>
                <a:ext uri="{FF2B5EF4-FFF2-40B4-BE49-F238E27FC236}">
                  <a16:creationId xmlns:a16="http://schemas.microsoft.com/office/drawing/2014/main" id="{B9E5D3A7-5C6D-D650-C55F-5040490E68AF}"/>
                </a:ext>
              </a:extLst>
            </p:cNvPr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149;p48">
              <a:extLst>
                <a:ext uri="{FF2B5EF4-FFF2-40B4-BE49-F238E27FC236}">
                  <a16:creationId xmlns:a16="http://schemas.microsoft.com/office/drawing/2014/main" id="{9B1A98FA-98A1-61D5-7321-92C13EEB9D0E}"/>
                </a:ext>
              </a:extLst>
            </p:cNvPr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150;p48">
              <a:extLst>
                <a:ext uri="{FF2B5EF4-FFF2-40B4-BE49-F238E27FC236}">
                  <a16:creationId xmlns:a16="http://schemas.microsoft.com/office/drawing/2014/main" id="{AB955CC6-EB44-228B-BC08-8B34AEF76385}"/>
                </a:ext>
              </a:extLst>
            </p:cNvPr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151;p48">
              <a:extLst>
                <a:ext uri="{FF2B5EF4-FFF2-40B4-BE49-F238E27FC236}">
                  <a16:creationId xmlns:a16="http://schemas.microsoft.com/office/drawing/2014/main" id="{2ED49EF6-8141-E3EB-11F2-02F3341CFDD0}"/>
                </a:ext>
              </a:extLst>
            </p:cNvPr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152;p48">
              <a:extLst>
                <a:ext uri="{FF2B5EF4-FFF2-40B4-BE49-F238E27FC236}">
                  <a16:creationId xmlns:a16="http://schemas.microsoft.com/office/drawing/2014/main" id="{82027164-C367-25F1-352E-132628059B69}"/>
                </a:ext>
              </a:extLst>
            </p:cNvPr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153;p48">
            <a:extLst>
              <a:ext uri="{FF2B5EF4-FFF2-40B4-BE49-F238E27FC236}">
                <a16:creationId xmlns:a16="http://schemas.microsoft.com/office/drawing/2014/main" id="{2C5AFEBE-4ADA-8679-72BF-D01D5AC14AE4}"/>
              </a:ext>
            </a:extLst>
          </p:cNvPr>
          <p:cNvGrpSpPr/>
          <p:nvPr/>
        </p:nvGrpSpPr>
        <p:grpSpPr>
          <a:xfrm>
            <a:off x="3462083" y="3616254"/>
            <a:ext cx="334260" cy="322960"/>
            <a:chOff x="557494" y="4436312"/>
            <a:chExt cx="720000" cy="695660"/>
          </a:xfrm>
        </p:grpSpPr>
        <p:sp>
          <p:nvSpPr>
            <p:cNvPr id="175" name="Google Shape;1154;p48">
              <a:extLst>
                <a:ext uri="{FF2B5EF4-FFF2-40B4-BE49-F238E27FC236}">
                  <a16:creationId xmlns:a16="http://schemas.microsoft.com/office/drawing/2014/main" id="{D09CCDA7-9505-4B65-E497-E6E1C99B761D}"/>
                </a:ext>
              </a:extLst>
            </p:cNvPr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155;p48">
              <a:extLst>
                <a:ext uri="{FF2B5EF4-FFF2-40B4-BE49-F238E27FC236}">
                  <a16:creationId xmlns:a16="http://schemas.microsoft.com/office/drawing/2014/main" id="{D4830216-EEB8-90AA-2AE0-B1D37ECBD1FB}"/>
                </a:ext>
              </a:extLst>
            </p:cNvPr>
            <p:cNvSpPr/>
            <p:nvPr/>
          </p:nvSpPr>
          <p:spPr>
            <a:xfrm>
              <a:off x="651816" y="4730082"/>
              <a:ext cx="533789" cy="218575"/>
            </a:xfrm>
            <a:custGeom>
              <a:avLst/>
              <a:gdLst/>
              <a:ahLst/>
              <a:cxnLst/>
              <a:rect l="l" t="t" r="r" b="b"/>
              <a:pathLst>
                <a:path w="791" h="325" extrusionOk="0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156;p48">
              <a:extLst>
                <a:ext uri="{FF2B5EF4-FFF2-40B4-BE49-F238E27FC236}">
                  <a16:creationId xmlns:a16="http://schemas.microsoft.com/office/drawing/2014/main" id="{96ACEB6C-1273-C7A2-8FF2-00A32CF43827}"/>
                </a:ext>
              </a:extLst>
            </p:cNvPr>
            <p:cNvSpPr/>
            <p:nvPr/>
          </p:nvSpPr>
          <p:spPr>
            <a:xfrm>
              <a:off x="564298" y="4539996"/>
              <a:ext cx="709060" cy="225815"/>
            </a:xfrm>
            <a:custGeom>
              <a:avLst/>
              <a:gdLst/>
              <a:ahLst/>
              <a:cxnLst/>
              <a:rect l="l" t="t" r="r" b="b"/>
              <a:pathLst>
                <a:path w="1051" h="336" extrusionOk="0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157;p48">
              <a:extLst>
                <a:ext uri="{FF2B5EF4-FFF2-40B4-BE49-F238E27FC236}">
                  <a16:creationId xmlns:a16="http://schemas.microsoft.com/office/drawing/2014/main" id="{BD7B82AA-F478-45A5-1CF9-13299ABC5801}"/>
                </a:ext>
              </a:extLst>
            </p:cNvPr>
            <p:cNvSpPr/>
            <p:nvPr/>
          </p:nvSpPr>
          <p:spPr>
            <a:xfrm>
              <a:off x="739569" y="4921102"/>
              <a:ext cx="357815" cy="210870"/>
            </a:xfrm>
            <a:custGeom>
              <a:avLst/>
              <a:gdLst/>
              <a:ahLst/>
              <a:cxnLst/>
              <a:rect l="l" t="t" r="r" b="b"/>
              <a:pathLst>
                <a:path w="530" h="314" extrusionOk="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158;p48">
            <a:extLst>
              <a:ext uri="{FF2B5EF4-FFF2-40B4-BE49-F238E27FC236}">
                <a16:creationId xmlns:a16="http://schemas.microsoft.com/office/drawing/2014/main" id="{4600791F-F0C9-9A14-61AB-A531909A9D4F}"/>
              </a:ext>
            </a:extLst>
          </p:cNvPr>
          <p:cNvGrpSpPr/>
          <p:nvPr/>
        </p:nvGrpSpPr>
        <p:grpSpPr>
          <a:xfrm>
            <a:off x="5866004" y="3610561"/>
            <a:ext cx="334375" cy="334344"/>
            <a:chOff x="5926265" y="4424051"/>
            <a:chExt cx="720246" cy="720181"/>
          </a:xfrm>
        </p:grpSpPr>
        <p:sp>
          <p:nvSpPr>
            <p:cNvPr id="180" name="Google Shape;1159;p48">
              <a:extLst>
                <a:ext uri="{FF2B5EF4-FFF2-40B4-BE49-F238E27FC236}">
                  <a16:creationId xmlns:a16="http://schemas.microsoft.com/office/drawing/2014/main" id="{863575EB-BABF-2558-2DA8-DCF4DDBF5699}"/>
                </a:ext>
              </a:extLst>
            </p:cNvPr>
            <p:cNvSpPr/>
            <p:nvPr/>
          </p:nvSpPr>
          <p:spPr>
            <a:xfrm>
              <a:off x="5926265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160;p48">
              <a:extLst>
                <a:ext uri="{FF2B5EF4-FFF2-40B4-BE49-F238E27FC236}">
                  <a16:creationId xmlns:a16="http://schemas.microsoft.com/office/drawing/2014/main" id="{87A5A195-5A36-5944-BB0B-9947AE34875E}"/>
                </a:ext>
              </a:extLst>
            </p:cNvPr>
            <p:cNvSpPr/>
            <p:nvPr/>
          </p:nvSpPr>
          <p:spPr>
            <a:xfrm>
              <a:off x="5926265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161;p48">
              <a:extLst>
                <a:ext uri="{FF2B5EF4-FFF2-40B4-BE49-F238E27FC236}">
                  <a16:creationId xmlns:a16="http://schemas.microsoft.com/office/drawing/2014/main" id="{46B08065-4C08-A373-2C74-A0D65609BF16}"/>
                </a:ext>
              </a:extLst>
            </p:cNvPr>
            <p:cNvSpPr/>
            <p:nvPr/>
          </p:nvSpPr>
          <p:spPr>
            <a:xfrm>
              <a:off x="6290862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162;p48">
              <a:extLst>
                <a:ext uri="{FF2B5EF4-FFF2-40B4-BE49-F238E27FC236}">
                  <a16:creationId xmlns:a16="http://schemas.microsoft.com/office/drawing/2014/main" id="{7BA2D690-FA8D-EC38-AB01-EAC051B810F3}"/>
                </a:ext>
              </a:extLst>
            </p:cNvPr>
            <p:cNvSpPr/>
            <p:nvPr/>
          </p:nvSpPr>
          <p:spPr>
            <a:xfrm>
              <a:off x="6290862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163;p48">
            <a:extLst>
              <a:ext uri="{FF2B5EF4-FFF2-40B4-BE49-F238E27FC236}">
                <a16:creationId xmlns:a16="http://schemas.microsoft.com/office/drawing/2014/main" id="{87B6CA10-CDD0-11BB-FD6E-5B576622DAB6}"/>
              </a:ext>
            </a:extLst>
          </p:cNvPr>
          <p:cNvGrpSpPr/>
          <p:nvPr/>
        </p:nvGrpSpPr>
        <p:grpSpPr>
          <a:xfrm>
            <a:off x="3942821" y="3625229"/>
            <a:ext cx="334260" cy="305013"/>
            <a:chOff x="1631150" y="4455641"/>
            <a:chExt cx="720000" cy="657002"/>
          </a:xfrm>
        </p:grpSpPr>
        <p:sp>
          <p:nvSpPr>
            <p:cNvPr id="185" name="Google Shape;1164;p48">
              <a:extLst>
                <a:ext uri="{FF2B5EF4-FFF2-40B4-BE49-F238E27FC236}">
                  <a16:creationId xmlns:a16="http://schemas.microsoft.com/office/drawing/2014/main" id="{2D401E22-87B8-72BF-58C7-979C2377BFE7}"/>
                </a:ext>
              </a:extLst>
            </p:cNvPr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165;p48">
              <a:extLst>
                <a:ext uri="{FF2B5EF4-FFF2-40B4-BE49-F238E27FC236}">
                  <a16:creationId xmlns:a16="http://schemas.microsoft.com/office/drawing/2014/main" id="{2D2EE604-C23F-0343-5B3A-118888530932}"/>
                </a:ext>
              </a:extLst>
            </p:cNvPr>
            <p:cNvSpPr/>
            <p:nvPr/>
          </p:nvSpPr>
          <p:spPr>
            <a:xfrm>
              <a:off x="1846141" y="4957304"/>
              <a:ext cx="293050" cy="155339"/>
            </a:xfrm>
            <a:custGeom>
              <a:avLst/>
              <a:gdLst/>
              <a:ahLst/>
              <a:cxnLst/>
              <a:rect l="l" t="t" r="r" b="b"/>
              <a:pathLst>
                <a:path w="462" h="245" extrusionOk="0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166;p48">
              <a:extLst>
                <a:ext uri="{FF2B5EF4-FFF2-40B4-BE49-F238E27FC236}">
                  <a16:creationId xmlns:a16="http://schemas.microsoft.com/office/drawing/2014/main" id="{70E5CEBF-56F3-940B-9CBB-F6192183AA48}"/>
                </a:ext>
              </a:extLst>
            </p:cNvPr>
            <p:cNvSpPr/>
            <p:nvPr/>
          </p:nvSpPr>
          <p:spPr>
            <a:xfrm>
              <a:off x="1776241" y="4814286"/>
              <a:ext cx="431967" cy="161500"/>
            </a:xfrm>
            <a:custGeom>
              <a:avLst/>
              <a:gdLst/>
              <a:ahLst/>
              <a:cxnLst/>
              <a:rect l="l" t="t" r="r" b="b"/>
              <a:pathLst>
                <a:path w="681" h="255" extrusionOk="0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167;p48">
              <a:extLst>
                <a:ext uri="{FF2B5EF4-FFF2-40B4-BE49-F238E27FC236}">
                  <a16:creationId xmlns:a16="http://schemas.microsoft.com/office/drawing/2014/main" id="{B460C820-9885-A47A-875C-D87505421263}"/>
                </a:ext>
              </a:extLst>
            </p:cNvPr>
            <p:cNvSpPr/>
            <p:nvPr/>
          </p:nvSpPr>
          <p:spPr>
            <a:xfrm>
              <a:off x="1639308" y="4531550"/>
              <a:ext cx="706054" cy="169201"/>
            </a:xfrm>
            <a:custGeom>
              <a:avLst/>
              <a:gdLst/>
              <a:ahLst/>
              <a:cxnLst/>
              <a:rect l="l" t="t" r="r" b="b"/>
              <a:pathLst>
                <a:path w="1113" h="267" extrusionOk="0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168;p48">
              <a:extLst>
                <a:ext uri="{FF2B5EF4-FFF2-40B4-BE49-F238E27FC236}">
                  <a16:creationId xmlns:a16="http://schemas.microsoft.com/office/drawing/2014/main" id="{B20AC7DB-AD53-F860-E80F-7CA0BB615812}"/>
                </a:ext>
              </a:extLst>
            </p:cNvPr>
            <p:cNvSpPr/>
            <p:nvPr/>
          </p:nvSpPr>
          <p:spPr>
            <a:xfrm>
              <a:off x="1708546" y="4674128"/>
              <a:ext cx="567578" cy="164141"/>
            </a:xfrm>
            <a:custGeom>
              <a:avLst/>
              <a:gdLst/>
              <a:ahLst/>
              <a:cxnLst/>
              <a:rect l="l" t="t" r="r" b="b"/>
              <a:pathLst>
                <a:path w="895" h="259" extrusionOk="0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169;p48">
            <a:extLst>
              <a:ext uri="{FF2B5EF4-FFF2-40B4-BE49-F238E27FC236}">
                <a16:creationId xmlns:a16="http://schemas.microsoft.com/office/drawing/2014/main" id="{E62FDA7E-FF9F-7221-F8CF-39E4B4FD57B3}"/>
              </a:ext>
            </a:extLst>
          </p:cNvPr>
          <p:cNvGrpSpPr/>
          <p:nvPr/>
        </p:nvGrpSpPr>
        <p:grpSpPr>
          <a:xfrm>
            <a:off x="4423592" y="3624789"/>
            <a:ext cx="334260" cy="305890"/>
            <a:chOff x="2704878" y="4454697"/>
            <a:chExt cx="720000" cy="658889"/>
          </a:xfrm>
        </p:grpSpPr>
        <p:sp>
          <p:nvSpPr>
            <p:cNvPr id="191" name="Google Shape;1170;p48">
              <a:extLst>
                <a:ext uri="{FF2B5EF4-FFF2-40B4-BE49-F238E27FC236}">
                  <a16:creationId xmlns:a16="http://schemas.microsoft.com/office/drawing/2014/main" id="{B26365FD-1EAC-9453-5447-591375F490CD}"/>
                </a:ext>
              </a:extLst>
            </p:cNvPr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171;p48">
              <a:extLst>
                <a:ext uri="{FF2B5EF4-FFF2-40B4-BE49-F238E27FC236}">
                  <a16:creationId xmlns:a16="http://schemas.microsoft.com/office/drawing/2014/main" id="{6B09B7CB-2702-808C-A321-CDC461FAB08C}"/>
                </a:ext>
              </a:extLst>
            </p:cNvPr>
            <p:cNvSpPr/>
            <p:nvPr/>
          </p:nvSpPr>
          <p:spPr>
            <a:xfrm>
              <a:off x="2824150" y="4749732"/>
              <a:ext cx="484183" cy="135418"/>
            </a:xfrm>
            <a:custGeom>
              <a:avLst/>
              <a:gdLst/>
              <a:ahLst/>
              <a:cxnLst/>
              <a:rect l="l" t="t" r="r" b="b"/>
              <a:pathLst>
                <a:path w="735" h="205" extrusionOk="0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172;p48">
              <a:extLst>
                <a:ext uri="{FF2B5EF4-FFF2-40B4-BE49-F238E27FC236}">
                  <a16:creationId xmlns:a16="http://schemas.microsoft.com/office/drawing/2014/main" id="{0C9EF989-58DB-2C62-35CE-AF56DF409CB5}"/>
                </a:ext>
              </a:extLst>
            </p:cNvPr>
            <p:cNvSpPr/>
            <p:nvPr/>
          </p:nvSpPr>
          <p:spPr>
            <a:xfrm>
              <a:off x="2939432" y="4986160"/>
              <a:ext cx="253620" cy="127427"/>
            </a:xfrm>
            <a:custGeom>
              <a:avLst/>
              <a:gdLst/>
              <a:ahLst/>
              <a:cxnLst/>
              <a:rect l="l" t="t" r="r" b="b"/>
              <a:pathLst>
                <a:path w="385" h="193" extrusionOk="0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173;p48">
              <a:extLst>
                <a:ext uri="{FF2B5EF4-FFF2-40B4-BE49-F238E27FC236}">
                  <a16:creationId xmlns:a16="http://schemas.microsoft.com/office/drawing/2014/main" id="{3C387B11-8C03-B586-1CDB-2255387AA9D6}"/>
                </a:ext>
              </a:extLst>
            </p:cNvPr>
            <p:cNvSpPr/>
            <p:nvPr/>
          </p:nvSpPr>
          <p:spPr>
            <a:xfrm>
              <a:off x="2882012" y="4868057"/>
              <a:ext cx="368237" cy="131423"/>
            </a:xfrm>
            <a:custGeom>
              <a:avLst/>
              <a:gdLst/>
              <a:ahLst/>
              <a:cxnLst/>
              <a:rect l="l" t="t" r="r" b="b"/>
              <a:pathLst>
                <a:path w="559" h="199" extrusionOk="0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174;p48">
              <a:extLst>
                <a:ext uri="{FF2B5EF4-FFF2-40B4-BE49-F238E27FC236}">
                  <a16:creationId xmlns:a16="http://schemas.microsoft.com/office/drawing/2014/main" id="{5C4D58C3-5CF7-0138-9189-CF620AFCA6F2}"/>
                </a:ext>
              </a:extLst>
            </p:cNvPr>
            <p:cNvSpPr/>
            <p:nvPr/>
          </p:nvSpPr>
          <p:spPr>
            <a:xfrm>
              <a:off x="2710863" y="4516635"/>
              <a:ext cx="710756" cy="140081"/>
            </a:xfrm>
            <a:custGeom>
              <a:avLst/>
              <a:gdLst/>
              <a:ahLst/>
              <a:cxnLst/>
              <a:rect l="l" t="t" r="r" b="b"/>
              <a:pathLst>
                <a:path w="1079" h="212" extrusionOk="0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175;p48">
              <a:extLst>
                <a:ext uri="{FF2B5EF4-FFF2-40B4-BE49-F238E27FC236}">
                  <a16:creationId xmlns:a16="http://schemas.microsoft.com/office/drawing/2014/main" id="{18E47CF2-ADB2-696D-3D75-C4D3169C9BD9}"/>
                </a:ext>
              </a:extLst>
            </p:cNvPr>
            <p:cNvSpPr/>
            <p:nvPr/>
          </p:nvSpPr>
          <p:spPr>
            <a:xfrm>
              <a:off x="2768061" y="4634293"/>
              <a:ext cx="596361" cy="136528"/>
            </a:xfrm>
            <a:custGeom>
              <a:avLst/>
              <a:gdLst/>
              <a:ahLst/>
              <a:cxnLst/>
              <a:rect l="l" t="t" r="r" b="b"/>
              <a:pathLst>
                <a:path w="905" h="207" extrusionOk="0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176;p48">
            <a:extLst>
              <a:ext uri="{FF2B5EF4-FFF2-40B4-BE49-F238E27FC236}">
                <a16:creationId xmlns:a16="http://schemas.microsoft.com/office/drawing/2014/main" id="{2F42B98A-28F2-27A0-F71C-FE24F0F7F0E4}"/>
              </a:ext>
            </a:extLst>
          </p:cNvPr>
          <p:cNvGrpSpPr/>
          <p:nvPr/>
        </p:nvGrpSpPr>
        <p:grpSpPr>
          <a:xfrm>
            <a:off x="5385297" y="3626261"/>
            <a:ext cx="334162" cy="302951"/>
            <a:chOff x="4852681" y="4457861"/>
            <a:chExt cx="719788" cy="652561"/>
          </a:xfrm>
        </p:grpSpPr>
        <p:sp>
          <p:nvSpPr>
            <p:cNvPr id="198" name="Google Shape;1177;p48">
              <a:extLst>
                <a:ext uri="{FF2B5EF4-FFF2-40B4-BE49-F238E27FC236}">
                  <a16:creationId xmlns:a16="http://schemas.microsoft.com/office/drawing/2014/main" id="{94A9500C-2306-63C1-84D6-D0CCBE56B83E}"/>
                </a:ext>
              </a:extLst>
            </p:cNvPr>
            <p:cNvSpPr/>
            <p:nvPr/>
          </p:nvSpPr>
          <p:spPr>
            <a:xfrm>
              <a:off x="5209000" y="4739226"/>
              <a:ext cx="363469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178;p48">
              <a:extLst>
                <a:ext uri="{FF2B5EF4-FFF2-40B4-BE49-F238E27FC236}">
                  <a16:creationId xmlns:a16="http://schemas.microsoft.com/office/drawing/2014/main" id="{7B2F566C-D271-BA7B-08C2-847829E072DE}"/>
                </a:ext>
              </a:extLst>
            </p:cNvPr>
            <p:cNvSpPr/>
            <p:nvPr/>
          </p:nvSpPr>
          <p:spPr>
            <a:xfrm>
              <a:off x="4852681" y="4739226"/>
              <a:ext cx="363265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1179;p48">
              <a:extLst>
                <a:ext uri="{FF2B5EF4-FFF2-40B4-BE49-F238E27FC236}">
                  <a16:creationId xmlns:a16="http://schemas.microsoft.com/office/drawing/2014/main" id="{5895633B-AE5F-E5DF-C95C-321AAAB22A89}"/>
                </a:ext>
              </a:extLst>
            </p:cNvPr>
            <p:cNvSpPr/>
            <p:nvPr/>
          </p:nvSpPr>
          <p:spPr>
            <a:xfrm>
              <a:off x="5044529" y="4457861"/>
              <a:ext cx="336092" cy="363011"/>
            </a:xfrm>
            <a:custGeom>
              <a:avLst/>
              <a:gdLst/>
              <a:ahLst/>
              <a:cxnLst/>
              <a:rect l="l" t="t" r="r" b="b"/>
              <a:pathLst>
                <a:path w="582" h="627" extrusionOk="0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1180;p48">
            <a:extLst>
              <a:ext uri="{FF2B5EF4-FFF2-40B4-BE49-F238E27FC236}">
                <a16:creationId xmlns:a16="http://schemas.microsoft.com/office/drawing/2014/main" id="{6CC5C9EA-0922-C274-DFB4-7E352B0FA6F5}"/>
              </a:ext>
            </a:extLst>
          </p:cNvPr>
          <p:cNvGrpSpPr/>
          <p:nvPr/>
        </p:nvGrpSpPr>
        <p:grpSpPr>
          <a:xfrm>
            <a:off x="6346917" y="3619089"/>
            <a:ext cx="334364" cy="317297"/>
            <a:chOff x="7000306" y="4442411"/>
            <a:chExt cx="720224" cy="683463"/>
          </a:xfrm>
        </p:grpSpPr>
        <p:sp>
          <p:nvSpPr>
            <p:cNvPr id="202" name="Google Shape;1181;p48">
              <a:extLst>
                <a:ext uri="{FF2B5EF4-FFF2-40B4-BE49-F238E27FC236}">
                  <a16:creationId xmlns:a16="http://schemas.microsoft.com/office/drawing/2014/main" id="{E362FF5B-EFAF-E1A3-E6F3-0ADFFC21F41F}"/>
                </a:ext>
              </a:extLst>
            </p:cNvPr>
            <p:cNvSpPr/>
            <p:nvPr/>
          </p:nvSpPr>
          <p:spPr>
            <a:xfrm>
              <a:off x="7360523" y="4580400"/>
              <a:ext cx="360007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1182;p48">
              <a:extLst>
                <a:ext uri="{FF2B5EF4-FFF2-40B4-BE49-F238E27FC236}">
                  <a16:creationId xmlns:a16="http://schemas.microsoft.com/office/drawing/2014/main" id="{4C380E16-2696-498F-0ACF-A5C63B30A7CC}"/>
                </a:ext>
              </a:extLst>
            </p:cNvPr>
            <p:cNvSpPr/>
            <p:nvPr/>
          </p:nvSpPr>
          <p:spPr>
            <a:xfrm>
              <a:off x="7359894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1183;p48">
              <a:extLst>
                <a:ext uri="{FF2B5EF4-FFF2-40B4-BE49-F238E27FC236}">
                  <a16:creationId xmlns:a16="http://schemas.microsoft.com/office/drawing/2014/main" id="{CB63ECAE-2886-897B-45CA-9D79DF0D7C6E}"/>
                </a:ext>
              </a:extLst>
            </p:cNvPr>
            <p:cNvSpPr/>
            <p:nvPr/>
          </p:nvSpPr>
          <p:spPr>
            <a:xfrm>
              <a:off x="7079935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1184;p48">
              <a:extLst>
                <a:ext uri="{FF2B5EF4-FFF2-40B4-BE49-F238E27FC236}">
                  <a16:creationId xmlns:a16="http://schemas.microsoft.com/office/drawing/2014/main" id="{AD5D526D-0204-C766-EA3A-25F8B7AC15F0}"/>
                </a:ext>
              </a:extLst>
            </p:cNvPr>
            <p:cNvSpPr/>
            <p:nvPr/>
          </p:nvSpPr>
          <p:spPr>
            <a:xfrm>
              <a:off x="7000306" y="4580400"/>
              <a:ext cx="360216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1185;p48">
              <a:extLst>
                <a:ext uri="{FF2B5EF4-FFF2-40B4-BE49-F238E27FC236}">
                  <a16:creationId xmlns:a16="http://schemas.microsoft.com/office/drawing/2014/main" id="{D40690EE-B0DA-817A-067C-7886DB8807F7}"/>
                </a:ext>
              </a:extLst>
            </p:cNvPr>
            <p:cNvSpPr/>
            <p:nvPr/>
          </p:nvSpPr>
          <p:spPr>
            <a:xfrm>
              <a:off x="7228925" y="4442411"/>
              <a:ext cx="262985" cy="354379"/>
            </a:xfrm>
            <a:custGeom>
              <a:avLst/>
              <a:gdLst/>
              <a:ahLst/>
              <a:cxnLst/>
              <a:rect l="l" t="t" r="r" b="b"/>
              <a:pathLst>
                <a:path w="512" h="691" extrusionOk="0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1186;p48">
            <a:extLst>
              <a:ext uri="{FF2B5EF4-FFF2-40B4-BE49-F238E27FC236}">
                <a16:creationId xmlns:a16="http://schemas.microsoft.com/office/drawing/2014/main" id="{294B14B9-B2EC-27DE-49DB-6C65122734E8}"/>
              </a:ext>
            </a:extLst>
          </p:cNvPr>
          <p:cNvGrpSpPr/>
          <p:nvPr/>
        </p:nvGrpSpPr>
        <p:grpSpPr>
          <a:xfrm>
            <a:off x="6827824" y="3617435"/>
            <a:ext cx="334334" cy="320601"/>
            <a:chOff x="8074325" y="4438852"/>
            <a:chExt cx="720160" cy="690579"/>
          </a:xfrm>
        </p:grpSpPr>
        <p:sp>
          <p:nvSpPr>
            <p:cNvPr id="208" name="Google Shape;1187;p48">
              <a:extLst>
                <a:ext uri="{FF2B5EF4-FFF2-40B4-BE49-F238E27FC236}">
                  <a16:creationId xmlns:a16="http://schemas.microsoft.com/office/drawing/2014/main" id="{81F5E553-4942-B25E-D045-0D8C85803D9B}"/>
                </a:ext>
              </a:extLst>
            </p:cNvPr>
            <p:cNvSpPr/>
            <p:nvPr/>
          </p:nvSpPr>
          <p:spPr>
            <a:xfrm>
              <a:off x="8177523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1188;p48">
              <a:extLst>
                <a:ext uri="{FF2B5EF4-FFF2-40B4-BE49-F238E27FC236}">
                  <a16:creationId xmlns:a16="http://schemas.microsoft.com/office/drawing/2014/main" id="{A0DB63DF-C2C8-615B-7EC1-2846DBA75102}"/>
                </a:ext>
              </a:extLst>
            </p:cNvPr>
            <p:cNvSpPr/>
            <p:nvPr/>
          </p:nvSpPr>
          <p:spPr>
            <a:xfrm>
              <a:off x="8434850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1189;p48">
              <a:extLst>
                <a:ext uri="{FF2B5EF4-FFF2-40B4-BE49-F238E27FC236}">
                  <a16:creationId xmlns:a16="http://schemas.microsoft.com/office/drawing/2014/main" id="{EAB5A3F6-B19B-68A1-29EC-6CBC0D6EC415}"/>
                </a:ext>
              </a:extLst>
            </p:cNvPr>
            <p:cNvSpPr/>
            <p:nvPr/>
          </p:nvSpPr>
          <p:spPr>
            <a:xfrm>
              <a:off x="8434850" y="4663708"/>
              <a:ext cx="359635" cy="240202"/>
            </a:xfrm>
            <a:custGeom>
              <a:avLst/>
              <a:gdLst/>
              <a:ahLst/>
              <a:cxnLst/>
              <a:rect l="l" t="t" r="r" b="b"/>
              <a:pathLst>
                <a:path w="562" h="375" extrusionOk="0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1190;p48">
              <a:extLst>
                <a:ext uri="{FF2B5EF4-FFF2-40B4-BE49-F238E27FC236}">
                  <a16:creationId xmlns:a16="http://schemas.microsoft.com/office/drawing/2014/main" id="{4AC15DAB-C2B1-820C-C2C2-97BD81E2FD9A}"/>
                </a:ext>
              </a:extLst>
            </p:cNvPr>
            <p:cNvSpPr/>
            <p:nvPr/>
          </p:nvSpPr>
          <p:spPr>
            <a:xfrm>
              <a:off x="8434850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1191;p48">
              <a:extLst>
                <a:ext uri="{FF2B5EF4-FFF2-40B4-BE49-F238E27FC236}">
                  <a16:creationId xmlns:a16="http://schemas.microsoft.com/office/drawing/2014/main" id="{A1F7506D-3826-C8BD-C5C4-16AAFAFEFBDE}"/>
                </a:ext>
              </a:extLst>
            </p:cNvPr>
            <p:cNvSpPr/>
            <p:nvPr/>
          </p:nvSpPr>
          <p:spPr>
            <a:xfrm>
              <a:off x="8074325" y="4663708"/>
              <a:ext cx="360524" cy="240202"/>
            </a:xfrm>
            <a:custGeom>
              <a:avLst/>
              <a:gdLst/>
              <a:ahLst/>
              <a:cxnLst/>
              <a:rect l="l" t="t" r="r" b="b"/>
              <a:pathLst>
                <a:path w="563" h="375" extrusionOk="0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1192;p48">
              <a:extLst>
                <a:ext uri="{FF2B5EF4-FFF2-40B4-BE49-F238E27FC236}">
                  <a16:creationId xmlns:a16="http://schemas.microsoft.com/office/drawing/2014/main" id="{BD0F2653-FF22-AD75-3FEB-2BEB4C244ADA}"/>
                </a:ext>
              </a:extLst>
            </p:cNvPr>
            <p:cNvSpPr/>
            <p:nvPr/>
          </p:nvSpPr>
          <p:spPr>
            <a:xfrm>
              <a:off x="8177523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1193;p48">
            <a:extLst>
              <a:ext uri="{FF2B5EF4-FFF2-40B4-BE49-F238E27FC236}">
                <a16:creationId xmlns:a16="http://schemas.microsoft.com/office/drawing/2014/main" id="{E5BEC32C-4796-E161-1BB0-6DB288D862B0}"/>
              </a:ext>
            </a:extLst>
          </p:cNvPr>
          <p:cNvGrpSpPr/>
          <p:nvPr/>
        </p:nvGrpSpPr>
        <p:grpSpPr>
          <a:xfrm>
            <a:off x="7789581" y="3627894"/>
            <a:ext cx="334222" cy="299674"/>
            <a:chOff x="9878975" y="4425243"/>
            <a:chExt cx="719918" cy="645502"/>
          </a:xfrm>
        </p:grpSpPr>
        <p:sp>
          <p:nvSpPr>
            <p:cNvPr id="215" name="Google Shape;1194;p48">
              <a:extLst>
                <a:ext uri="{FF2B5EF4-FFF2-40B4-BE49-F238E27FC236}">
                  <a16:creationId xmlns:a16="http://schemas.microsoft.com/office/drawing/2014/main" id="{CB18E88B-FC8E-23E5-0BA5-8D47126E632D}"/>
                </a:ext>
              </a:extLst>
            </p:cNvPr>
            <p:cNvSpPr/>
            <p:nvPr/>
          </p:nvSpPr>
          <p:spPr>
            <a:xfrm>
              <a:off x="10225338" y="4708710"/>
              <a:ext cx="373555" cy="362034"/>
            </a:xfrm>
            <a:custGeom>
              <a:avLst/>
              <a:gdLst/>
              <a:ahLst/>
              <a:cxnLst/>
              <a:rect l="l" t="t" r="r" b="b"/>
              <a:pathLst>
                <a:path w="635" h="614" extrusionOk="0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1195;p48">
              <a:extLst>
                <a:ext uri="{FF2B5EF4-FFF2-40B4-BE49-F238E27FC236}">
                  <a16:creationId xmlns:a16="http://schemas.microsoft.com/office/drawing/2014/main" id="{5D952023-7652-EDB0-8522-234ED0818A63}"/>
                </a:ext>
              </a:extLst>
            </p:cNvPr>
            <p:cNvSpPr/>
            <p:nvPr/>
          </p:nvSpPr>
          <p:spPr>
            <a:xfrm>
              <a:off x="10067759" y="4425243"/>
              <a:ext cx="361073" cy="361365"/>
            </a:xfrm>
            <a:custGeom>
              <a:avLst/>
              <a:gdLst/>
              <a:ahLst/>
              <a:cxnLst/>
              <a:rect l="l" t="t" r="r" b="b"/>
              <a:pathLst>
                <a:path w="614" h="613" extrusionOk="0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1196;p48">
              <a:extLst>
                <a:ext uri="{FF2B5EF4-FFF2-40B4-BE49-F238E27FC236}">
                  <a16:creationId xmlns:a16="http://schemas.microsoft.com/office/drawing/2014/main" id="{6FB30AAC-2EDF-71E7-93E5-61DB86C7779B}"/>
                </a:ext>
              </a:extLst>
            </p:cNvPr>
            <p:cNvSpPr/>
            <p:nvPr/>
          </p:nvSpPr>
          <p:spPr>
            <a:xfrm>
              <a:off x="9878975" y="4708710"/>
              <a:ext cx="359959" cy="362034"/>
            </a:xfrm>
            <a:custGeom>
              <a:avLst/>
              <a:gdLst/>
              <a:ahLst/>
              <a:cxnLst/>
              <a:rect l="l" t="t" r="r" b="b"/>
              <a:pathLst>
                <a:path w="612" h="614" extrusionOk="0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1197;p48">
            <a:extLst>
              <a:ext uri="{FF2B5EF4-FFF2-40B4-BE49-F238E27FC236}">
                <a16:creationId xmlns:a16="http://schemas.microsoft.com/office/drawing/2014/main" id="{8692E8BA-2CED-97A6-6A7C-8AA7C9A6E49E}"/>
              </a:ext>
            </a:extLst>
          </p:cNvPr>
          <p:cNvGrpSpPr/>
          <p:nvPr/>
        </p:nvGrpSpPr>
        <p:grpSpPr>
          <a:xfrm>
            <a:off x="8270348" y="3619499"/>
            <a:ext cx="334339" cy="316473"/>
            <a:chOff x="10914544" y="4407150"/>
            <a:chExt cx="720170" cy="681687"/>
          </a:xfrm>
        </p:grpSpPr>
        <p:sp>
          <p:nvSpPr>
            <p:cNvPr id="219" name="Google Shape;1198;p48">
              <a:extLst>
                <a:ext uri="{FF2B5EF4-FFF2-40B4-BE49-F238E27FC236}">
                  <a16:creationId xmlns:a16="http://schemas.microsoft.com/office/drawing/2014/main" id="{FA3119F2-C1C2-70DB-E251-8A66FFB2FC51}"/>
                </a:ext>
              </a:extLst>
            </p:cNvPr>
            <p:cNvSpPr/>
            <p:nvPr/>
          </p:nvSpPr>
          <p:spPr>
            <a:xfrm>
              <a:off x="10914544" y="4407150"/>
              <a:ext cx="349099" cy="392923"/>
            </a:xfrm>
            <a:custGeom>
              <a:avLst/>
              <a:gdLst/>
              <a:ahLst/>
              <a:cxnLst/>
              <a:rect l="l" t="t" r="r" b="b"/>
              <a:pathLst>
                <a:path w="632" h="712" extrusionOk="0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1199;p48">
              <a:extLst>
                <a:ext uri="{FF2B5EF4-FFF2-40B4-BE49-F238E27FC236}">
                  <a16:creationId xmlns:a16="http://schemas.microsoft.com/office/drawing/2014/main" id="{3F2FBDF5-7291-408D-AAE9-17BE5BF4343B}"/>
                </a:ext>
              </a:extLst>
            </p:cNvPr>
            <p:cNvSpPr/>
            <p:nvPr/>
          </p:nvSpPr>
          <p:spPr>
            <a:xfrm>
              <a:off x="10933187" y="4759296"/>
              <a:ext cx="393264" cy="329541"/>
            </a:xfrm>
            <a:custGeom>
              <a:avLst/>
              <a:gdLst/>
              <a:ahLst/>
              <a:cxnLst/>
              <a:rect l="l" t="t" r="r" b="b"/>
              <a:pathLst>
                <a:path w="712" h="597" extrusionOk="0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1200;p48">
              <a:extLst>
                <a:ext uri="{FF2B5EF4-FFF2-40B4-BE49-F238E27FC236}">
                  <a16:creationId xmlns:a16="http://schemas.microsoft.com/office/drawing/2014/main" id="{C52EDA21-B823-9A97-E7F1-3D69A2B102D3}"/>
                </a:ext>
              </a:extLst>
            </p:cNvPr>
            <p:cNvSpPr/>
            <p:nvPr/>
          </p:nvSpPr>
          <p:spPr>
            <a:xfrm>
              <a:off x="11285615" y="4696357"/>
              <a:ext cx="330458" cy="392479"/>
            </a:xfrm>
            <a:custGeom>
              <a:avLst/>
              <a:gdLst/>
              <a:ahLst/>
              <a:cxnLst/>
              <a:rect l="l" t="t" r="r" b="b"/>
              <a:pathLst>
                <a:path w="598" h="711" extrusionOk="0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1201;p48">
              <a:extLst>
                <a:ext uri="{FF2B5EF4-FFF2-40B4-BE49-F238E27FC236}">
                  <a16:creationId xmlns:a16="http://schemas.microsoft.com/office/drawing/2014/main" id="{1DE6A984-11A6-AF1C-D585-6E1F5A60E92E}"/>
                </a:ext>
              </a:extLst>
            </p:cNvPr>
            <p:cNvSpPr/>
            <p:nvPr/>
          </p:nvSpPr>
          <p:spPr>
            <a:xfrm>
              <a:off x="11222808" y="4407150"/>
              <a:ext cx="411906" cy="329541"/>
            </a:xfrm>
            <a:custGeom>
              <a:avLst/>
              <a:gdLst/>
              <a:ahLst/>
              <a:cxnLst/>
              <a:rect l="l" t="t" r="r" b="b"/>
              <a:pathLst>
                <a:path w="746" h="597" extrusionOk="0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1202;p48">
            <a:extLst>
              <a:ext uri="{FF2B5EF4-FFF2-40B4-BE49-F238E27FC236}">
                <a16:creationId xmlns:a16="http://schemas.microsoft.com/office/drawing/2014/main" id="{BE6BA889-7222-35A3-09F0-0B0B9BA9FD9C}"/>
              </a:ext>
            </a:extLst>
          </p:cNvPr>
          <p:cNvGrpSpPr/>
          <p:nvPr/>
        </p:nvGrpSpPr>
        <p:grpSpPr>
          <a:xfrm>
            <a:off x="7308687" y="3625585"/>
            <a:ext cx="334354" cy="304301"/>
            <a:chOff x="8843122" y="4420259"/>
            <a:chExt cx="720202" cy="655469"/>
          </a:xfrm>
        </p:grpSpPr>
        <p:sp>
          <p:nvSpPr>
            <p:cNvPr id="224" name="Google Shape;1203;p48">
              <a:extLst>
                <a:ext uri="{FF2B5EF4-FFF2-40B4-BE49-F238E27FC236}">
                  <a16:creationId xmlns:a16="http://schemas.microsoft.com/office/drawing/2014/main" id="{1F1985DD-B3FA-63B9-C0A7-AFC63694F7E2}"/>
                </a:ext>
              </a:extLst>
            </p:cNvPr>
            <p:cNvSpPr/>
            <p:nvPr/>
          </p:nvSpPr>
          <p:spPr>
            <a:xfrm>
              <a:off x="8843122" y="4664371"/>
              <a:ext cx="351295" cy="411356"/>
            </a:xfrm>
            <a:custGeom>
              <a:avLst/>
              <a:gdLst/>
              <a:ahLst/>
              <a:cxnLst/>
              <a:rect l="l" t="t" r="r" b="b"/>
              <a:pathLst>
                <a:path w="530" h="618" extrusionOk="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1204;p48">
              <a:extLst>
                <a:ext uri="{FF2B5EF4-FFF2-40B4-BE49-F238E27FC236}">
                  <a16:creationId xmlns:a16="http://schemas.microsoft.com/office/drawing/2014/main" id="{3F859D54-F8A2-DDC4-32E0-91623652C038}"/>
                </a:ext>
              </a:extLst>
            </p:cNvPr>
            <p:cNvSpPr/>
            <p:nvPr/>
          </p:nvSpPr>
          <p:spPr>
            <a:xfrm>
              <a:off x="9232824" y="4664371"/>
              <a:ext cx="330500" cy="411356"/>
            </a:xfrm>
            <a:custGeom>
              <a:avLst/>
              <a:gdLst/>
              <a:ahLst/>
              <a:cxnLst/>
              <a:rect l="l" t="t" r="r" b="b"/>
              <a:pathLst>
                <a:path w="499" h="618" extrusionOk="0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1205;p48">
              <a:extLst>
                <a:ext uri="{FF2B5EF4-FFF2-40B4-BE49-F238E27FC236}">
                  <a16:creationId xmlns:a16="http://schemas.microsoft.com/office/drawing/2014/main" id="{C0E09EC4-FD4D-7A83-F04A-2D62C4BCB194}"/>
                </a:ext>
              </a:extLst>
            </p:cNvPr>
            <p:cNvSpPr/>
            <p:nvPr/>
          </p:nvSpPr>
          <p:spPr>
            <a:xfrm>
              <a:off x="9108305" y="4859367"/>
              <a:ext cx="210630" cy="18247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1206;p48">
              <a:extLst>
                <a:ext uri="{FF2B5EF4-FFF2-40B4-BE49-F238E27FC236}">
                  <a16:creationId xmlns:a16="http://schemas.microsoft.com/office/drawing/2014/main" id="{AE99B4E3-EABB-A1EF-6A97-4AE3F630CC6C}"/>
                </a:ext>
              </a:extLst>
            </p:cNvPr>
            <p:cNvSpPr/>
            <p:nvPr/>
          </p:nvSpPr>
          <p:spPr>
            <a:xfrm>
              <a:off x="8990881" y="4420259"/>
              <a:ext cx="445234" cy="224220"/>
            </a:xfrm>
            <a:custGeom>
              <a:avLst/>
              <a:gdLst/>
              <a:ahLst/>
              <a:cxnLst/>
              <a:rect l="l" t="t" r="r" b="b"/>
              <a:pathLst>
                <a:path w="672" h="337" extrusionOk="0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1207;p48">
              <a:extLst>
                <a:ext uri="{FF2B5EF4-FFF2-40B4-BE49-F238E27FC236}">
                  <a16:creationId xmlns:a16="http://schemas.microsoft.com/office/drawing/2014/main" id="{037C92F8-9D52-EF55-AF70-9435B8DDE2E0}"/>
                </a:ext>
              </a:extLst>
            </p:cNvPr>
            <p:cNvSpPr/>
            <p:nvPr/>
          </p:nvSpPr>
          <p:spPr>
            <a:xfrm>
              <a:off x="8988924" y="4625814"/>
              <a:ext cx="207939" cy="207766"/>
            </a:xfrm>
            <a:custGeom>
              <a:avLst/>
              <a:gdLst/>
              <a:ahLst/>
              <a:cxnLst/>
              <a:rect l="l" t="t" r="r" b="b"/>
              <a:pathLst>
                <a:path w="314" h="312" extrusionOk="0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1208;p48">
              <a:extLst>
                <a:ext uri="{FF2B5EF4-FFF2-40B4-BE49-F238E27FC236}">
                  <a16:creationId xmlns:a16="http://schemas.microsoft.com/office/drawing/2014/main" id="{1BA7B6ED-0BE5-C63C-B4CF-0E77FF272FA4}"/>
                </a:ext>
              </a:extLst>
            </p:cNvPr>
            <p:cNvSpPr/>
            <p:nvPr/>
          </p:nvSpPr>
          <p:spPr>
            <a:xfrm>
              <a:off x="9232824" y="4627288"/>
              <a:ext cx="203291" cy="203591"/>
            </a:xfrm>
            <a:custGeom>
              <a:avLst/>
              <a:gdLst/>
              <a:ahLst/>
              <a:cxnLst/>
              <a:rect l="l" t="t" r="r" b="b"/>
              <a:pathLst>
                <a:path w="307" h="306" extrusionOk="0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1209;p48">
            <a:extLst>
              <a:ext uri="{FF2B5EF4-FFF2-40B4-BE49-F238E27FC236}">
                <a16:creationId xmlns:a16="http://schemas.microsoft.com/office/drawing/2014/main" id="{002372AB-1480-D45D-2610-0FA516859CAC}"/>
              </a:ext>
            </a:extLst>
          </p:cNvPr>
          <p:cNvGrpSpPr/>
          <p:nvPr/>
        </p:nvGrpSpPr>
        <p:grpSpPr>
          <a:xfrm>
            <a:off x="4910843" y="3099506"/>
            <a:ext cx="334359" cy="295889"/>
            <a:chOff x="1510757" y="3225422"/>
            <a:chExt cx="720214" cy="637347"/>
          </a:xfrm>
        </p:grpSpPr>
        <p:sp>
          <p:nvSpPr>
            <p:cNvPr id="231" name="Google Shape;1210;p48">
              <a:extLst>
                <a:ext uri="{FF2B5EF4-FFF2-40B4-BE49-F238E27FC236}">
                  <a16:creationId xmlns:a16="http://schemas.microsoft.com/office/drawing/2014/main" id="{28776702-2CBF-8FE2-6121-487FA9D1046C}"/>
                </a:ext>
              </a:extLst>
            </p:cNvPr>
            <p:cNvSpPr/>
            <p:nvPr/>
          </p:nvSpPr>
          <p:spPr>
            <a:xfrm>
              <a:off x="1774546" y="3475620"/>
              <a:ext cx="261417" cy="238347"/>
            </a:xfrm>
            <a:custGeom>
              <a:avLst/>
              <a:gdLst/>
              <a:ahLst/>
              <a:cxnLst/>
              <a:rect l="l" t="t" r="r" b="b"/>
              <a:pathLst>
                <a:path w="385" h="351" extrusionOk="0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1211;p48">
              <a:extLst>
                <a:ext uri="{FF2B5EF4-FFF2-40B4-BE49-F238E27FC236}">
                  <a16:creationId xmlns:a16="http://schemas.microsoft.com/office/drawing/2014/main" id="{8C780715-BCD0-9061-7B8F-30D4B8E16231}"/>
                </a:ext>
              </a:extLst>
            </p:cNvPr>
            <p:cNvSpPr/>
            <p:nvPr/>
          </p:nvSpPr>
          <p:spPr>
            <a:xfrm>
              <a:off x="2000650" y="3426634"/>
              <a:ext cx="230321" cy="296287"/>
            </a:xfrm>
            <a:custGeom>
              <a:avLst/>
              <a:gdLst/>
              <a:ahLst/>
              <a:cxnLst/>
              <a:rect l="l" t="t" r="r" b="b"/>
              <a:pathLst>
                <a:path w="339" h="436" extrusionOk="0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1212;p48">
              <a:extLst>
                <a:ext uri="{FF2B5EF4-FFF2-40B4-BE49-F238E27FC236}">
                  <a16:creationId xmlns:a16="http://schemas.microsoft.com/office/drawing/2014/main" id="{DE24DEB9-D345-2012-4921-D05D6CE2966C}"/>
                </a:ext>
              </a:extLst>
            </p:cNvPr>
            <p:cNvSpPr/>
            <p:nvPr/>
          </p:nvSpPr>
          <p:spPr>
            <a:xfrm>
              <a:off x="1774546" y="3225422"/>
              <a:ext cx="211874" cy="236503"/>
            </a:xfrm>
            <a:custGeom>
              <a:avLst/>
              <a:gdLst/>
              <a:ahLst/>
              <a:cxnLst/>
              <a:rect l="l" t="t" r="r" b="b"/>
              <a:pathLst>
                <a:path w="312" h="348" extrusionOk="0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1213;p48">
              <a:extLst>
                <a:ext uri="{FF2B5EF4-FFF2-40B4-BE49-F238E27FC236}">
                  <a16:creationId xmlns:a16="http://schemas.microsoft.com/office/drawing/2014/main" id="{41AE6464-CEAC-FB3B-4C70-0548ABE98DB4}"/>
                </a:ext>
              </a:extLst>
            </p:cNvPr>
            <p:cNvSpPr/>
            <p:nvPr/>
          </p:nvSpPr>
          <p:spPr>
            <a:xfrm>
              <a:off x="1951107" y="3243857"/>
              <a:ext cx="274329" cy="218067"/>
            </a:xfrm>
            <a:custGeom>
              <a:avLst/>
              <a:gdLst/>
              <a:ahLst/>
              <a:cxnLst/>
              <a:rect l="l" t="t" r="r" b="b"/>
              <a:pathLst>
                <a:path w="404" h="321" extrusionOk="0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1214;p48">
              <a:extLst>
                <a:ext uri="{FF2B5EF4-FFF2-40B4-BE49-F238E27FC236}">
                  <a16:creationId xmlns:a16="http://schemas.microsoft.com/office/drawing/2014/main" id="{3824DD20-0C1C-78E8-0C06-D8E241F22D13}"/>
                </a:ext>
              </a:extLst>
            </p:cNvPr>
            <p:cNvSpPr/>
            <p:nvPr/>
          </p:nvSpPr>
          <p:spPr>
            <a:xfrm>
              <a:off x="1858610" y="3710542"/>
              <a:ext cx="173926" cy="152226"/>
            </a:xfrm>
            <a:custGeom>
              <a:avLst/>
              <a:gdLst/>
              <a:ahLst/>
              <a:cxnLst/>
              <a:rect l="l" t="t" r="r" b="b"/>
              <a:pathLst>
                <a:path w="256" h="224" extrusionOk="0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1215;p48">
              <a:extLst>
                <a:ext uri="{FF2B5EF4-FFF2-40B4-BE49-F238E27FC236}">
                  <a16:creationId xmlns:a16="http://schemas.microsoft.com/office/drawing/2014/main" id="{E9045FFA-C778-F2C2-42C9-F2C881E0000A}"/>
                </a:ext>
              </a:extLst>
            </p:cNvPr>
            <p:cNvSpPr/>
            <p:nvPr/>
          </p:nvSpPr>
          <p:spPr>
            <a:xfrm>
              <a:off x="1521825" y="3426634"/>
              <a:ext cx="288560" cy="234396"/>
            </a:xfrm>
            <a:custGeom>
              <a:avLst/>
              <a:gdLst/>
              <a:ahLst/>
              <a:cxnLst/>
              <a:rect l="l" t="t" r="r" b="b"/>
              <a:pathLst>
                <a:path w="425" h="345" extrusionOk="0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1216;p48">
              <a:extLst>
                <a:ext uri="{FF2B5EF4-FFF2-40B4-BE49-F238E27FC236}">
                  <a16:creationId xmlns:a16="http://schemas.microsoft.com/office/drawing/2014/main" id="{D60CF36C-08AA-0D4C-759F-FAA4A5852A38}"/>
                </a:ext>
              </a:extLst>
            </p:cNvPr>
            <p:cNvSpPr/>
            <p:nvPr/>
          </p:nvSpPr>
          <p:spPr>
            <a:xfrm>
              <a:off x="1510757" y="3234903"/>
              <a:ext cx="299628" cy="227021"/>
            </a:xfrm>
            <a:custGeom>
              <a:avLst/>
              <a:gdLst/>
              <a:ahLst/>
              <a:cxnLst/>
              <a:rect l="l" t="t" r="r" b="b"/>
              <a:pathLst>
                <a:path w="441" h="334" extrusionOk="0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1217;p48">
            <a:extLst>
              <a:ext uri="{FF2B5EF4-FFF2-40B4-BE49-F238E27FC236}">
                <a16:creationId xmlns:a16="http://schemas.microsoft.com/office/drawing/2014/main" id="{B4D6A681-C4AA-4A26-DF44-E8CC7D9D7C3A}"/>
              </a:ext>
            </a:extLst>
          </p:cNvPr>
          <p:cNvGrpSpPr/>
          <p:nvPr/>
        </p:nvGrpSpPr>
        <p:grpSpPr>
          <a:xfrm>
            <a:off x="5429387" y="3112646"/>
            <a:ext cx="334325" cy="269609"/>
            <a:chOff x="2595501" y="3253725"/>
            <a:chExt cx="720141" cy="580739"/>
          </a:xfrm>
        </p:grpSpPr>
        <p:sp>
          <p:nvSpPr>
            <p:cNvPr id="239" name="Google Shape;1218;p48">
              <a:extLst>
                <a:ext uri="{FF2B5EF4-FFF2-40B4-BE49-F238E27FC236}">
                  <a16:creationId xmlns:a16="http://schemas.microsoft.com/office/drawing/2014/main" id="{CBEAAC6B-32ED-985B-CFA3-27D47A581E39}"/>
                </a:ext>
              </a:extLst>
            </p:cNvPr>
            <p:cNvSpPr/>
            <p:nvPr/>
          </p:nvSpPr>
          <p:spPr>
            <a:xfrm>
              <a:off x="2595501" y="3269807"/>
              <a:ext cx="416349" cy="273171"/>
            </a:xfrm>
            <a:custGeom>
              <a:avLst/>
              <a:gdLst/>
              <a:ahLst/>
              <a:cxnLst/>
              <a:rect l="l" t="t" r="r" b="b"/>
              <a:pathLst>
                <a:path w="722" h="472" extrusionOk="0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1219;p48">
              <a:extLst>
                <a:ext uri="{FF2B5EF4-FFF2-40B4-BE49-F238E27FC236}">
                  <a16:creationId xmlns:a16="http://schemas.microsoft.com/office/drawing/2014/main" id="{9FE509E0-7F67-9E3B-B80F-7660893B712F}"/>
                </a:ext>
              </a:extLst>
            </p:cNvPr>
            <p:cNvSpPr/>
            <p:nvPr/>
          </p:nvSpPr>
          <p:spPr>
            <a:xfrm>
              <a:off x="2903528" y="3560177"/>
              <a:ext cx="374670" cy="273617"/>
            </a:xfrm>
            <a:custGeom>
              <a:avLst/>
              <a:gdLst/>
              <a:ahLst/>
              <a:cxnLst/>
              <a:rect l="l" t="t" r="r" b="b"/>
              <a:pathLst>
                <a:path w="650" h="473" extrusionOk="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1220;p48">
              <a:extLst>
                <a:ext uri="{FF2B5EF4-FFF2-40B4-BE49-F238E27FC236}">
                  <a16:creationId xmlns:a16="http://schemas.microsoft.com/office/drawing/2014/main" id="{066C95D7-83CD-673F-9BCB-AF7554DB6FD0}"/>
                </a:ext>
              </a:extLst>
            </p:cNvPr>
            <p:cNvSpPr/>
            <p:nvPr/>
          </p:nvSpPr>
          <p:spPr>
            <a:xfrm>
              <a:off x="2635397" y="3497189"/>
              <a:ext cx="313600" cy="337276"/>
            </a:xfrm>
            <a:custGeom>
              <a:avLst/>
              <a:gdLst/>
              <a:ahLst/>
              <a:cxnLst/>
              <a:rect l="l" t="t" r="r" b="b"/>
              <a:pathLst>
                <a:path w="544" h="583" extrusionOk="0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1221;p48">
              <a:extLst>
                <a:ext uri="{FF2B5EF4-FFF2-40B4-BE49-F238E27FC236}">
                  <a16:creationId xmlns:a16="http://schemas.microsoft.com/office/drawing/2014/main" id="{A8B4B635-142F-AA88-0FAF-220A0614188D}"/>
                </a:ext>
              </a:extLst>
            </p:cNvPr>
            <p:cNvSpPr/>
            <p:nvPr/>
          </p:nvSpPr>
          <p:spPr>
            <a:xfrm>
              <a:off x="2966382" y="3253725"/>
              <a:ext cx="349261" cy="352241"/>
            </a:xfrm>
            <a:custGeom>
              <a:avLst/>
              <a:gdLst/>
              <a:ahLst/>
              <a:cxnLst/>
              <a:rect l="l" t="t" r="r" b="b"/>
              <a:pathLst>
                <a:path w="606" h="609" extrusionOk="0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1222;p48">
            <a:extLst>
              <a:ext uri="{FF2B5EF4-FFF2-40B4-BE49-F238E27FC236}">
                <a16:creationId xmlns:a16="http://schemas.microsoft.com/office/drawing/2014/main" id="{97131EF4-637C-2FFA-D312-37CDBDDA6AF7}"/>
              </a:ext>
            </a:extLst>
          </p:cNvPr>
          <p:cNvGrpSpPr/>
          <p:nvPr/>
        </p:nvGrpSpPr>
        <p:grpSpPr>
          <a:xfrm>
            <a:off x="6466390" y="3080369"/>
            <a:ext cx="332909" cy="334156"/>
            <a:chOff x="4764809" y="3184208"/>
            <a:chExt cx="717090" cy="719775"/>
          </a:xfrm>
        </p:grpSpPr>
        <p:sp>
          <p:nvSpPr>
            <p:cNvPr id="244" name="Google Shape;1223;p48">
              <a:extLst>
                <a:ext uri="{FF2B5EF4-FFF2-40B4-BE49-F238E27FC236}">
                  <a16:creationId xmlns:a16="http://schemas.microsoft.com/office/drawing/2014/main" id="{3A0A0B8D-1C3E-8603-9348-947C22C2D2A8}"/>
                </a:ext>
              </a:extLst>
            </p:cNvPr>
            <p:cNvSpPr/>
            <p:nvPr/>
          </p:nvSpPr>
          <p:spPr>
            <a:xfrm>
              <a:off x="5143387" y="3232375"/>
              <a:ext cx="338512" cy="556553"/>
            </a:xfrm>
            <a:custGeom>
              <a:avLst/>
              <a:gdLst/>
              <a:ahLst/>
              <a:cxnLst/>
              <a:rect l="l" t="t" r="r" b="b"/>
              <a:pathLst>
                <a:path w="517" h="847" extrusionOk="0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1224;p48">
              <a:extLst>
                <a:ext uri="{FF2B5EF4-FFF2-40B4-BE49-F238E27FC236}">
                  <a16:creationId xmlns:a16="http://schemas.microsoft.com/office/drawing/2014/main" id="{1411CD9D-45D5-6FAE-8379-2EB1FC74DB31}"/>
                </a:ext>
              </a:extLst>
            </p:cNvPr>
            <p:cNvSpPr/>
            <p:nvPr/>
          </p:nvSpPr>
          <p:spPr>
            <a:xfrm>
              <a:off x="4783248" y="3418197"/>
              <a:ext cx="616697" cy="485785"/>
            </a:xfrm>
            <a:custGeom>
              <a:avLst/>
              <a:gdLst/>
              <a:ahLst/>
              <a:cxnLst/>
              <a:rect l="l" t="t" r="r" b="b"/>
              <a:pathLst>
                <a:path w="942" h="739" extrusionOk="0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1225;p48">
              <a:extLst>
                <a:ext uri="{FF2B5EF4-FFF2-40B4-BE49-F238E27FC236}">
                  <a16:creationId xmlns:a16="http://schemas.microsoft.com/office/drawing/2014/main" id="{2A3CC250-B67B-AE4D-6C49-A269E03A9052}"/>
                </a:ext>
              </a:extLst>
            </p:cNvPr>
            <p:cNvSpPr/>
            <p:nvPr/>
          </p:nvSpPr>
          <p:spPr>
            <a:xfrm>
              <a:off x="4764809" y="3184208"/>
              <a:ext cx="585965" cy="520485"/>
            </a:xfrm>
            <a:custGeom>
              <a:avLst/>
              <a:gdLst/>
              <a:ahLst/>
              <a:cxnLst/>
              <a:rect l="l" t="t" r="r" b="b"/>
              <a:pathLst>
                <a:path w="895" h="792" extrusionOk="0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1226;p48">
            <a:extLst>
              <a:ext uri="{FF2B5EF4-FFF2-40B4-BE49-F238E27FC236}">
                <a16:creationId xmlns:a16="http://schemas.microsoft.com/office/drawing/2014/main" id="{7F0AA769-3DA0-FB52-1DE3-E5E60A759318}"/>
              </a:ext>
            </a:extLst>
          </p:cNvPr>
          <p:cNvGrpSpPr/>
          <p:nvPr/>
        </p:nvGrpSpPr>
        <p:grpSpPr>
          <a:xfrm>
            <a:off x="5947893" y="3102095"/>
            <a:ext cx="334310" cy="290709"/>
            <a:chOff x="3680173" y="3231000"/>
            <a:chExt cx="720106" cy="626190"/>
          </a:xfrm>
        </p:grpSpPr>
        <p:sp>
          <p:nvSpPr>
            <p:cNvPr id="248" name="Google Shape;1227;p48">
              <a:extLst>
                <a:ext uri="{FF2B5EF4-FFF2-40B4-BE49-F238E27FC236}">
                  <a16:creationId xmlns:a16="http://schemas.microsoft.com/office/drawing/2014/main" id="{DA1DD234-B518-0D3C-0B01-2F15C0EAB8BC}"/>
                </a:ext>
              </a:extLst>
            </p:cNvPr>
            <p:cNvSpPr/>
            <p:nvPr/>
          </p:nvSpPr>
          <p:spPr>
            <a:xfrm>
              <a:off x="3680173" y="3232386"/>
              <a:ext cx="468746" cy="451568"/>
            </a:xfrm>
            <a:custGeom>
              <a:avLst/>
              <a:gdLst/>
              <a:ahLst/>
              <a:cxnLst/>
              <a:rect l="l" t="t" r="r" b="b"/>
              <a:pathLst>
                <a:path w="341" h="326" extrusionOk="0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1228;p48">
              <a:extLst>
                <a:ext uri="{FF2B5EF4-FFF2-40B4-BE49-F238E27FC236}">
                  <a16:creationId xmlns:a16="http://schemas.microsoft.com/office/drawing/2014/main" id="{CCE0A518-51C2-755D-44C2-255E17980195}"/>
                </a:ext>
              </a:extLst>
            </p:cNvPr>
            <p:cNvSpPr/>
            <p:nvPr/>
          </p:nvSpPr>
          <p:spPr>
            <a:xfrm>
              <a:off x="3743529" y="3408162"/>
              <a:ext cx="548171" cy="449028"/>
            </a:xfrm>
            <a:custGeom>
              <a:avLst/>
              <a:gdLst/>
              <a:ahLst/>
              <a:cxnLst/>
              <a:rect l="l" t="t" r="r" b="b"/>
              <a:pathLst>
                <a:path w="399" h="324" extrusionOk="0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1229;p48">
              <a:extLst>
                <a:ext uri="{FF2B5EF4-FFF2-40B4-BE49-F238E27FC236}">
                  <a16:creationId xmlns:a16="http://schemas.microsoft.com/office/drawing/2014/main" id="{D07F8902-C609-DBC4-F10C-F1AE958EE8D9}"/>
                </a:ext>
              </a:extLst>
            </p:cNvPr>
            <p:cNvSpPr/>
            <p:nvPr/>
          </p:nvSpPr>
          <p:spPr>
            <a:xfrm>
              <a:off x="4061000" y="3231000"/>
              <a:ext cx="339279" cy="508390"/>
            </a:xfrm>
            <a:custGeom>
              <a:avLst/>
              <a:gdLst/>
              <a:ahLst/>
              <a:cxnLst/>
              <a:rect l="l" t="t" r="r" b="b"/>
              <a:pathLst>
                <a:path w="247" h="367" extrusionOk="0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1230;p48">
            <a:extLst>
              <a:ext uri="{FF2B5EF4-FFF2-40B4-BE49-F238E27FC236}">
                <a16:creationId xmlns:a16="http://schemas.microsoft.com/office/drawing/2014/main" id="{BE2046DF-CC3E-EADE-935F-2B47CBE782B1}"/>
              </a:ext>
            </a:extLst>
          </p:cNvPr>
          <p:cNvGrpSpPr/>
          <p:nvPr/>
        </p:nvGrpSpPr>
        <p:grpSpPr>
          <a:xfrm>
            <a:off x="7501959" y="3080342"/>
            <a:ext cx="332462" cy="334215"/>
            <a:chOff x="6931035" y="3184144"/>
            <a:chExt cx="716128" cy="719903"/>
          </a:xfrm>
        </p:grpSpPr>
        <p:sp>
          <p:nvSpPr>
            <p:cNvPr id="252" name="Google Shape;1231;p48">
              <a:extLst>
                <a:ext uri="{FF2B5EF4-FFF2-40B4-BE49-F238E27FC236}">
                  <a16:creationId xmlns:a16="http://schemas.microsoft.com/office/drawing/2014/main" id="{155709BE-22C7-02E1-41D7-625CD2499764}"/>
                </a:ext>
              </a:extLst>
            </p:cNvPr>
            <p:cNvSpPr/>
            <p:nvPr/>
          </p:nvSpPr>
          <p:spPr>
            <a:xfrm>
              <a:off x="7304099" y="3430106"/>
              <a:ext cx="343064" cy="228463"/>
            </a:xfrm>
            <a:custGeom>
              <a:avLst/>
              <a:gdLst/>
              <a:ahLst/>
              <a:cxnLst/>
              <a:rect l="l" t="t" r="r" b="b"/>
              <a:pathLst>
                <a:path w="590" h="391" extrusionOk="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1232;p48">
              <a:extLst>
                <a:ext uri="{FF2B5EF4-FFF2-40B4-BE49-F238E27FC236}">
                  <a16:creationId xmlns:a16="http://schemas.microsoft.com/office/drawing/2014/main" id="{B8B199D4-4452-6E48-51ED-C714A1E507E5}"/>
                </a:ext>
              </a:extLst>
            </p:cNvPr>
            <p:cNvSpPr/>
            <p:nvPr/>
          </p:nvSpPr>
          <p:spPr>
            <a:xfrm>
              <a:off x="6931035" y="3430106"/>
              <a:ext cx="343548" cy="228463"/>
            </a:xfrm>
            <a:custGeom>
              <a:avLst/>
              <a:gdLst/>
              <a:ahLst/>
              <a:cxnLst/>
              <a:rect l="l" t="t" r="r" b="b"/>
              <a:pathLst>
                <a:path w="591" h="391" extrusionOk="0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1233;p48">
              <a:extLst>
                <a:ext uri="{FF2B5EF4-FFF2-40B4-BE49-F238E27FC236}">
                  <a16:creationId xmlns:a16="http://schemas.microsoft.com/office/drawing/2014/main" id="{FB2A0848-A235-42B4-D1CC-A27847162941}"/>
                </a:ext>
              </a:extLst>
            </p:cNvPr>
            <p:cNvSpPr/>
            <p:nvPr/>
          </p:nvSpPr>
          <p:spPr>
            <a:xfrm>
              <a:off x="7175631" y="3184144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1234;p48">
              <a:extLst>
                <a:ext uri="{FF2B5EF4-FFF2-40B4-BE49-F238E27FC236}">
                  <a16:creationId xmlns:a16="http://schemas.microsoft.com/office/drawing/2014/main" id="{E02EC18B-CC51-157C-BAF6-588564DC0631}"/>
                </a:ext>
              </a:extLst>
            </p:cNvPr>
            <p:cNvSpPr/>
            <p:nvPr/>
          </p:nvSpPr>
          <p:spPr>
            <a:xfrm>
              <a:off x="7175631" y="3558678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" name="Google Shape;1235;p48">
            <a:extLst>
              <a:ext uri="{FF2B5EF4-FFF2-40B4-BE49-F238E27FC236}">
                <a16:creationId xmlns:a16="http://schemas.microsoft.com/office/drawing/2014/main" id="{41223A1E-4A90-5918-10E7-F5A44831CFF8}"/>
              </a:ext>
            </a:extLst>
          </p:cNvPr>
          <p:cNvGrpSpPr/>
          <p:nvPr/>
        </p:nvGrpSpPr>
        <p:grpSpPr>
          <a:xfrm>
            <a:off x="6983483" y="3080302"/>
            <a:ext cx="334295" cy="334286"/>
            <a:chOff x="5846429" y="3184067"/>
            <a:chExt cx="720076" cy="720055"/>
          </a:xfrm>
        </p:grpSpPr>
        <p:sp>
          <p:nvSpPr>
            <p:cNvPr id="257" name="Google Shape;1236;p48">
              <a:extLst>
                <a:ext uri="{FF2B5EF4-FFF2-40B4-BE49-F238E27FC236}">
                  <a16:creationId xmlns:a16="http://schemas.microsoft.com/office/drawing/2014/main" id="{B08B9453-3DBF-6D3D-F888-ACADE52F04EE}"/>
                </a:ext>
              </a:extLst>
            </p:cNvPr>
            <p:cNvSpPr/>
            <p:nvPr/>
          </p:nvSpPr>
          <p:spPr>
            <a:xfrm>
              <a:off x="6207893" y="3184067"/>
              <a:ext cx="355998" cy="422879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1237;p48">
              <a:extLst>
                <a:ext uri="{FF2B5EF4-FFF2-40B4-BE49-F238E27FC236}">
                  <a16:creationId xmlns:a16="http://schemas.microsoft.com/office/drawing/2014/main" id="{670A9CF0-30E9-D0C9-85BA-A4C9442FB597}"/>
                </a:ext>
              </a:extLst>
            </p:cNvPr>
            <p:cNvSpPr/>
            <p:nvPr/>
          </p:nvSpPr>
          <p:spPr>
            <a:xfrm>
              <a:off x="5846429" y="3186676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1238;p48">
              <a:extLst>
                <a:ext uri="{FF2B5EF4-FFF2-40B4-BE49-F238E27FC236}">
                  <a16:creationId xmlns:a16="http://schemas.microsoft.com/office/drawing/2014/main" id="{4C6B7B72-521E-3E10-60E8-5156B2B00FA8}"/>
                </a:ext>
              </a:extLst>
            </p:cNvPr>
            <p:cNvSpPr/>
            <p:nvPr/>
          </p:nvSpPr>
          <p:spPr>
            <a:xfrm>
              <a:off x="5849043" y="3481007"/>
              <a:ext cx="355998" cy="423115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1239;p48">
              <a:extLst>
                <a:ext uri="{FF2B5EF4-FFF2-40B4-BE49-F238E27FC236}">
                  <a16:creationId xmlns:a16="http://schemas.microsoft.com/office/drawing/2014/main" id="{A9C241B5-797C-D2E2-63E3-9C7C85A9D018}"/>
                </a:ext>
              </a:extLst>
            </p:cNvPr>
            <p:cNvSpPr/>
            <p:nvPr/>
          </p:nvSpPr>
          <p:spPr>
            <a:xfrm>
              <a:off x="6143252" y="3545755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1" name="Google Shape;1240;p48">
            <a:extLst>
              <a:ext uri="{FF2B5EF4-FFF2-40B4-BE49-F238E27FC236}">
                <a16:creationId xmlns:a16="http://schemas.microsoft.com/office/drawing/2014/main" id="{54CE13FC-8BD5-BFD3-8B5B-333996229084}"/>
              </a:ext>
            </a:extLst>
          </p:cNvPr>
          <p:cNvGrpSpPr/>
          <p:nvPr/>
        </p:nvGrpSpPr>
        <p:grpSpPr>
          <a:xfrm>
            <a:off x="4498882" y="3080266"/>
            <a:ext cx="227774" cy="334369"/>
            <a:chOff x="655600" y="3183978"/>
            <a:chExt cx="490627" cy="720234"/>
          </a:xfrm>
        </p:grpSpPr>
        <p:sp>
          <p:nvSpPr>
            <p:cNvPr id="262" name="Google Shape;1241;p48">
              <a:extLst>
                <a:ext uri="{FF2B5EF4-FFF2-40B4-BE49-F238E27FC236}">
                  <a16:creationId xmlns:a16="http://schemas.microsoft.com/office/drawing/2014/main" id="{17E3C44D-D8B2-FE6C-6866-BBF25DEBA0F8}"/>
                </a:ext>
              </a:extLst>
            </p:cNvPr>
            <p:cNvSpPr/>
            <p:nvPr/>
          </p:nvSpPr>
          <p:spPr>
            <a:xfrm>
              <a:off x="781315" y="3461564"/>
              <a:ext cx="274086" cy="162243"/>
            </a:xfrm>
            <a:custGeom>
              <a:avLst/>
              <a:gdLst/>
              <a:ahLst/>
              <a:cxnLst/>
              <a:rect l="l" t="t" r="r" b="b"/>
              <a:pathLst>
                <a:path w="513" h="302" extrusionOk="0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1242;p48">
              <a:extLst>
                <a:ext uri="{FF2B5EF4-FFF2-40B4-BE49-F238E27FC236}">
                  <a16:creationId xmlns:a16="http://schemas.microsoft.com/office/drawing/2014/main" id="{47B03CAA-3178-E79F-B499-74A392736DC3}"/>
                </a:ext>
              </a:extLst>
            </p:cNvPr>
            <p:cNvSpPr/>
            <p:nvPr/>
          </p:nvSpPr>
          <p:spPr>
            <a:xfrm>
              <a:off x="850087" y="3183978"/>
              <a:ext cx="259850" cy="244775"/>
            </a:xfrm>
            <a:custGeom>
              <a:avLst/>
              <a:gdLst/>
              <a:ahLst/>
              <a:cxnLst/>
              <a:rect l="l" t="t" r="r" b="b"/>
              <a:pathLst>
                <a:path w="486" h="456" extrusionOk="0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1243;p48">
              <a:extLst>
                <a:ext uri="{FF2B5EF4-FFF2-40B4-BE49-F238E27FC236}">
                  <a16:creationId xmlns:a16="http://schemas.microsoft.com/office/drawing/2014/main" id="{FB9E6BDA-D619-1475-AB55-3CA8A15341A9}"/>
                </a:ext>
              </a:extLst>
            </p:cNvPr>
            <p:cNvSpPr/>
            <p:nvPr/>
          </p:nvSpPr>
          <p:spPr>
            <a:xfrm>
              <a:off x="655600" y="3264496"/>
              <a:ext cx="213333" cy="294294"/>
            </a:xfrm>
            <a:custGeom>
              <a:avLst/>
              <a:gdLst/>
              <a:ahLst/>
              <a:cxnLst/>
              <a:rect l="l" t="t" r="r" b="b"/>
              <a:pathLst>
                <a:path w="399" h="548" extrusionOk="0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1244;p48">
              <a:extLst>
                <a:ext uri="{FF2B5EF4-FFF2-40B4-BE49-F238E27FC236}">
                  <a16:creationId xmlns:a16="http://schemas.microsoft.com/office/drawing/2014/main" id="{F8E30FBA-8E51-6F17-4FBE-62FC40542585}"/>
                </a:ext>
              </a:extLst>
            </p:cNvPr>
            <p:cNvSpPr/>
            <p:nvPr/>
          </p:nvSpPr>
          <p:spPr>
            <a:xfrm>
              <a:off x="673846" y="3654405"/>
              <a:ext cx="303960" cy="249807"/>
            </a:xfrm>
            <a:custGeom>
              <a:avLst/>
              <a:gdLst/>
              <a:ahLst/>
              <a:cxnLst/>
              <a:rect l="l" t="t" r="r" b="b"/>
              <a:pathLst>
                <a:path w="569" h="465" extrusionOk="0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1245;p48">
              <a:extLst>
                <a:ext uri="{FF2B5EF4-FFF2-40B4-BE49-F238E27FC236}">
                  <a16:creationId xmlns:a16="http://schemas.microsoft.com/office/drawing/2014/main" id="{FB904DE1-F0FF-6362-FE9E-7F0B93161F32}"/>
                </a:ext>
              </a:extLst>
            </p:cNvPr>
            <p:cNvSpPr/>
            <p:nvPr/>
          </p:nvSpPr>
          <p:spPr>
            <a:xfrm>
              <a:off x="959159" y="3535238"/>
              <a:ext cx="187068" cy="287248"/>
            </a:xfrm>
            <a:custGeom>
              <a:avLst/>
              <a:gdLst/>
              <a:ahLst/>
              <a:cxnLst/>
              <a:rect l="l" t="t" r="r" b="b"/>
              <a:pathLst>
                <a:path w="350" h="535" extrusionOk="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1246;p48">
            <a:extLst>
              <a:ext uri="{FF2B5EF4-FFF2-40B4-BE49-F238E27FC236}">
                <a16:creationId xmlns:a16="http://schemas.microsoft.com/office/drawing/2014/main" id="{FCB7EE29-94C0-D7D8-A0F7-8B26505DCACD}"/>
              </a:ext>
            </a:extLst>
          </p:cNvPr>
          <p:cNvGrpSpPr/>
          <p:nvPr/>
        </p:nvGrpSpPr>
        <p:grpSpPr>
          <a:xfrm>
            <a:off x="8018608" y="3080348"/>
            <a:ext cx="142339" cy="334194"/>
            <a:chOff x="8011692" y="3184166"/>
            <a:chExt cx="306600" cy="719859"/>
          </a:xfrm>
        </p:grpSpPr>
        <p:sp>
          <p:nvSpPr>
            <p:cNvPr id="268" name="Google Shape;1247;p48">
              <a:extLst>
                <a:ext uri="{FF2B5EF4-FFF2-40B4-BE49-F238E27FC236}">
                  <a16:creationId xmlns:a16="http://schemas.microsoft.com/office/drawing/2014/main" id="{6483A233-A52F-9BC4-006D-006AC9B962F0}"/>
                </a:ext>
              </a:extLst>
            </p:cNvPr>
            <p:cNvSpPr/>
            <p:nvPr/>
          </p:nvSpPr>
          <p:spPr>
            <a:xfrm>
              <a:off x="8011692" y="3885096"/>
              <a:ext cx="306496" cy="18928"/>
            </a:xfrm>
            <a:custGeom>
              <a:avLst/>
              <a:gdLst/>
              <a:ahLst/>
              <a:cxnLst/>
              <a:rect l="l" t="t" r="r" b="b"/>
              <a:pathLst>
                <a:path w="569" h="35" extrusionOk="0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1248;p48">
              <a:extLst>
                <a:ext uri="{FF2B5EF4-FFF2-40B4-BE49-F238E27FC236}">
                  <a16:creationId xmlns:a16="http://schemas.microsoft.com/office/drawing/2014/main" id="{3D458F82-DAEA-2311-21EB-20856CA9988A}"/>
                </a:ext>
              </a:extLst>
            </p:cNvPr>
            <p:cNvSpPr/>
            <p:nvPr/>
          </p:nvSpPr>
          <p:spPr>
            <a:xfrm>
              <a:off x="8011692" y="3184166"/>
              <a:ext cx="306496" cy="40025"/>
            </a:xfrm>
            <a:custGeom>
              <a:avLst/>
              <a:gdLst/>
              <a:ahLst/>
              <a:cxnLst/>
              <a:rect l="l" t="t" r="r" b="b"/>
              <a:pathLst>
                <a:path w="569" h="74" extrusionOk="0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1249;p48">
              <a:extLst>
                <a:ext uri="{FF2B5EF4-FFF2-40B4-BE49-F238E27FC236}">
                  <a16:creationId xmlns:a16="http://schemas.microsoft.com/office/drawing/2014/main" id="{87E103D4-64D4-B947-63CB-44EB435A5E3B}"/>
                </a:ext>
              </a:extLst>
            </p:cNvPr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1250;p48">
              <a:extLst>
                <a:ext uri="{FF2B5EF4-FFF2-40B4-BE49-F238E27FC236}">
                  <a16:creationId xmlns:a16="http://schemas.microsoft.com/office/drawing/2014/main" id="{528E28B1-3B95-FE77-E33F-245088C819D6}"/>
                </a:ext>
              </a:extLst>
            </p:cNvPr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1251;p48">
              <a:extLst>
                <a:ext uri="{FF2B5EF4-FFF2-40B4-BE49-F238E27FC236}">
                  <a16:creationId xmlns:a16="http://schemas.microsoft.com/office/drawing/2014/main" id="{D8DC5711-22F2-49E5-288D-C18B8E8827C2}"/>
                </a:ext>
              </a:extLst>
            </p:cNvPr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1252;p48">
              <a:extLst>
                <a:ext uri="{FF2B5EF4-FFF2-40B4-BE49-F238E27FC236}">
                  <a16:creationId xmlns:a16="http://schemas.microsoft.com/office/drawing/2014/main" id="{C3291033-68CD-54B7-694D-3B1F4A568E99}"/>
                </a:ext>
              </a:extLst>
            </p:cNvPr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1253;p48">
            <a:extLst>
              <a:ext uri="{FF2B5EF4-FFF2-40B4-BE49-F238E27FC236}">
                <a16:creationId xmlns:a16="http://schemas.microsoft.com/office/drawing/2014/main" id="{D3A49F5F-2A2F-8883-6CC0-81F951DBE8E6}"/>
              </a:ext>
            </a:extLst>
          </p:cNvPr>
          <p:cNvGrpSpPr/>
          <p:nvPr/>
        </p:nvGrpSpPr>
        <p:grpSpPr>
          <a:xfrm>
            <a:off x="8344698" y="3080165"/>
            <a:ext cx="184649" cy="334137"/>
            <a:chOff x="4556125" y="630237"/>
            <a:chExt cx="3081338" cy="5568950"/>
          </a:xfrm>
        </p:grpSpPr>
        <p:sp>
          <p:nvSpPr>
            <p:cNvPr id="275" name="Google Shape;1254;p48">
              <a:extLst>
                <a:ext uri="{FF2B5EF4-FFF2-40B4-BE49-F238E27FC236}">
                  <a16:creationId xmlns:a16="http://schemas.microsoft.com/office/drawing/2014/main" id="{C46FCA15-E39C-740A-116A-4FA0D153A307}"/>
                </a:ext>
              </a:extLst>
            </p:cNvPr>
            <p:cNvSpPr/>
            <p:nvPr/>
          </p:nvSpPr>
          <p:spPr>
            <a:xfrm>
              <a:off x="4756150" y="630237"/>
              <a:ext cx="2397126" cy="1016000"/>
            </a:xfrm>
            <a:custGeom>
              <a:avLst/>
              <a:gdLst/>
              <a:ahLst/>
              <a:cxnLst/>
              <a:rect l="l" t="t" r="r" b="b"/>
              <a:pathLst>
                <a:path w="550" h="233" extrusionOk="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1255;p48">
              <a:extLst>
                <a:ext uri="{FF2B5EF4-FFF2-40B4-BE49-F238E27FC236}">
                  <a16:creationId xmlns:a16="http://schemas.microsoft.com/office/drawing/2014/main" id="{B68D1C9B-A82C-3BA1-3A21-26B8B5CFBB29}"/>
                </a:ext>
              </a:extLst>
            </p:cNvPr>
            <p:cNvSpPr/>
            <p:nvPr/>
          </p:nvSpPr>
          <p:spPr>
            <a:xfrm>
              <a:off x="4556125" y="1357312"/>
              <a:ext cx="3081338" cy="1135062"/>
            </a:xfrm>
            <a:custGeom>
              <a:avLst/>
              <a:gdLst/>
              <a:ahLst/>
              <a:cxnLst/>
              <a:rect l="l" t="t" r="r" b="b"/>
              <a:pathLst>
                <a:path w="707" h="260" extrusionOk="0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1256;p48">
              <a:extLst>
                <a:ext uri="{FF2B5EF4-FFF2-40B4-BE49-F238E27FC236}">
                  <a16:creationId xmlns:a16="http://schemas.microsoft.com/office/drawing/2014/main" id="{4C66A9B8-FDD3-3687-F5F1-CA87782A52ED}"/>
                </a:ext>
              </a:extLst>
            </p:cNvPr>
            <p:cNvSpPr/>
            <p:nvPr/>
          </p:nvSpPr>
          <p:spPr>
            <a:xfrm>
              <a:off x="4556125" y="2168525"/>
              <a:ext cx="3081338" cy="1139825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1257;p48">
              <a:extLst>
                <a:ext uri="{FF2B5EF4-FFF2-40B4-BE49-F238E27FC236}">
                  <a16:creationId xmlns:a16="http://schemas.microsoft.com/office/drawing/2014/main" id="{92412F9A-E204-B2A8-AD9C-9E90D5D416F5}"/>
                </a:ext>
              </a:extLst>
            </p:cNvPr>
            <p:cNvSpPr/>
            <p:nvPr/>
          </p:nvSpPr>
          <p:spPr>
            <a:xfrm>
              <a:off x="4556125" y="2981325"/>
              <a:ext cx="3081338" cy="1138237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1258;p48">
              <a:extLst>
                <a:ext uri="{FF2B5EF4-FFF2-40B4-BE49-F238E27FC236}">
                  <a16:creationId xmlns:a16="http://schemas.microsoft.com/office/drawing/2014/main" id="{5B6A687B-2FA2-1CA1-030D-EC4F9EF39DAD}"/>
                </a:ext>
              </a:extLst>
            </p:cNvPr>
            <p:cNvSpPr/>
            <p:nvPr/>
          </p:nvSpPr>
          <p:spPr>
            <a:xfrm>
              <a:off x="4830762" y="4476750"/>
              <a:ext cx="2535237" cy="1722437"/>
            </a:xfrm>
            <a:custGeom>
              <a:avLst/>
              <a:gdLst/>
              <a:ahLst/>
              <a:cxnLst/>
              <a:rect l="l" t="t" r="r" b="b"/>
              <a:pathLst>
                <a:path w="582" h="395" extrusionOk="0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1259;p48">
              <a:extLst>
                <a:ext uri="{FF2B5EF4-FFF2-40B4-BE49-F238E27FC236}">
                  <a16:creationId xmlns:a16="http://schemas.microsoft.com/office/drawing/2014/main" id="{A261C40D-7CD2-62FB-A536-71DDBA9FD967}"/>
                </a:ext>
              </a:extLst>
            </p:cNvPr>
            <p:cNvSpPr/>
            <p:nvPr/>
          </p:nvSpPr>
          <p:spPr>
            <a:xfrm>
              <a:off x="5078412" y="4067175"/>
              <a:ext cx="714375" cy="322262"/>
            </a:xfrm>
            <a:custGeom>
              <a:avLst/>
              <a:gdLst/>
              <a:ahLst/>
              <a:cxnLst/>
              <a:rect l="l" t="t" r="r" b="b"/>
              <a:pathLst>
                <a:path w="164" h="74" extrusionOk="0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1260;p48">
              <a:extLst>
                <a:ext uri="{FF2B5EF4-FFF2-40B4-BE49-F238E27FC236}">
                  <a16:creationId xmlns:a16="http://schemas.microsoft.com/office/drawing/2014/main" id="{ADEB8C27-75BC-6A2B-7087-ECB5033043EA}"/>
                </a:ext>
              </a:extLst>
            </p:cNvPr>
            <p:cNvSpPr/>
            <p:nvPr/>
          </p:nvSpPr>
          <p:spPr>
            <a:xfrm>
              <a:off x="6389687" y="3844925"/>
              <a:ext cx="715962" cy="544512"/>
            </a:xfrm>
            <a:custGeom>
              <a:avLst/>
              <a:gdLst/>
              <a:ahLst/>
              <a:cxnLst/>
              <a:rect l="l" t="t" r="r" b="b"/>
              <a:pathLst>
                <a:path w="164" h="125" extrusionOk="0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1261;p48">
            <a:extLst>
              <a:ext uri="{FF2B5EF4-FFF2-40B4-BE49-F238E27FC236}">
                <a16:creationId xmlns:a16="http://schemas.microsoft.com/office/drawing/2014/main" id="{CEAC8675-A693-FE5B-6910-FB5D3E3415B9}"/>
              </a:ext>
            </a:extLst>
          </p:cNvPr>
          <p:cNvGrpSpPr/>
          <p:nvPr/>
        </p:nvGrpSpPr>
        <p:grpSpPr>
          <a:xfrm>
            <a:off x="3980461" y="3080315"/>
            <a:ext cx="334326" cy="334273"/>
            <a:chOff x="1674084" y="3214987"/>
            <a:chExt cx="720142" cy="720027"/>
          </a:xfrm>
        </p:grpSpPr>
        <p:sp>
          <p:nvSpPr>
            <p:cNvPr id="283" name="Google Shape;1262;p48">
              <a:extLst>
                <a:ext uri="{FF2B5EF4-FFF2-40B4-BE49-F238E27FC236}">
                  <a16:creationId xmlns:a16="http://schemas.microsoft.com/office/drawing/2014/main" id="{09621A95-048E-E02B-C962-EE5BA9C64479}"/>
                </a:ext>
              </a:extLst>
            </p:cNvPr>
            <p:cNvSpPr/>
            <p:nvPr/>
          </p:nvSpPr>
          <p:spPr>
            <a:xfrm>
              <a:off x="1674084" y="3354958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1263;p48">
              <a:extLst>
                <a:ext uri="{FF2B5EF4-FFF2-40B4-BE49-F238E27FC236}">
                  <a16:creationId xmlns:a16="http://schemas.microsoft.com/office/drawing/2014/main" id="{26CB5E4B-A4DD-5200-0846-EDD6AEBC88CB}"/>
                </a:ext>
              </a:extLst>
            </p:cNvPr>
            <p:cNvSpPr/>
            <p:nvPr/>
          </p:nvSpPr>
          <p:spPr>
            <a:xfrm>
              <a:off x="1674084" y="3534654"/>
              <a:ext cx="179880" cy="21352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1264;p48">
              <a:extLst>
                <a:ext uri="{FF2B5EF4-FFF2-40B4-BE49-F238E27FC236}">
                  <a16:creationId xmlns:a16="http://schemas.microsoft.com/office/drawing/2014/main" id="{E5D9D459-A60F-8664-FBD0-827FA27F44C4}"/>
                </a:ext>
              </a:extLst>
            </p:cNvPr>
            <p:cNvSpPr/>
            <p:nvPr/>
          </p:nvSpPr>
          <p:spPr>
            <a:xfrm>
              <a:off x="1861110" y="3214987"/>
              <a:ext cx="212190" cy="179696"/>
            </a:xfrm>
            <a:custGeom>
              <a:avLst/>
              <a:gdLst/>
              <a:ahLst/>
              <a:cxnLst/>
              <a:rect l="l" t="t" r="r" b="b"/>
              <a:pathLst>
                <a:path w="241" h="204" extrusionOk="0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1265;p48">
              <a:extLst>
                <a:ext uri="{FF2B5EF4-FFF2-40B4-BE49-F238E27FC236}">
                  <a16:creationId xmlns:a16="http://schemas.microsoft.com/office/drawing/2014/main" id="{4B7239FC-E5DF-0E51-5475-822BD015C191}"/>
                </a:ext>
              </a:extLst>
            </p:cNvPr>
            <p:cNvSpPr/>
            <p:nvPr/>
          </p:nvSpPr>
          <p:spPr>
            <a:xfrm>
              <a:off x="2040679" y="3214987"/>
              <a:ext cx="213433" cy="179696"/>
            </a:xfrm>
            <a:custGeom>
              <a:avLst/>
              <a:gdLst/>
              <a:ahLst/>
              <a:cxnLst/>
              <a:rect l="l" t="t" r="r" b="b"/>
              <a:pathLst>
                <a:path w="242" h="204" extrusionOk="0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1266;p48">
              <a:extLst>
                <a:ext uri="{FF2B5EF4-FFF2-40B4-BE49-F238E27FC236}">
                  <a16:creationId xmlns:a16="http://schemas.microsoft.com/office/drawing/2014/main" id="{60222FA4-5BC0-704D-1215-A0373C0C9F6C}"/>
                </a:ext>
              </a:extLst>
            </p:cNvPr>
            <p:cNvSpPr/>
            <p:nvPr/>
          </p:nvSpPr>
          <p:spPr>
            <a:xfrm>
              <a:off x="1674084" y="3714660"/>
              <a:ext cx="173666" cy="220353"/>
            </a:xfrm>
            <a:custGeom>
              <a:avLst/>
              <a:gdLst/>
              <a:ahLst/>
              <a:cxnLst/>
              <a:rect l="l" t="t" r="r" b="b"/>
              <a:pathLst>
                <a:path w="197" h="250" extrusionOk="0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1267;p48">
              <a:extLst>
                <a:ext uri="{FF2B5EF4-FFF2-40B4-BE49-F238E27FC236}">
                  <a16:creationId xmlns:a16="http://schemas.microsoft.com/office/drawing/2014/main" id="{79A07F14-9223-24E8-A96C-3BDEE9F6291A}"/>
                </a:ext>
              </a:extLst>
            </p:cNvPr>
            <p:cNvSpPr/>
            <p:nvPr/>
          </p:nvSpPr>
          <p:spPr>
            <a:xfrm>
              <a:off x="1674084" y="3214987"/>
              <a:ext cx="219646" cy="173489"/>
            </a:xfrm>
            <a:custGeom>
              <a:avLst/>
              <a:gdLst/>
              <a:ahLst/>
              <a:cxnLst/>
              <a:rect l="l" t="t" r="r" b="b"/>
              <a:pathLst>
                <a:path w="249" h="197" extrusionOk="0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1268;p48">
              <a:extLst>
                <a:ext uri="{FF2B5EF4-FFF2-40B4-BE49-F238E27FC236}">
                  <a16:creationId xmlns:a16="http://schemas.microsoft.com/office/drawing/2014/main" id="{26CA6F40-0D41-731C-9E1F-977B1FB12AC9}"/>
                </a:ext>
              </a:extLst>
            </p:cNvPr>
            <p:cNvSpPr/>
            <p:nvPr/>
          </p:nvSpPr>
          <p:spPr>
            <a:xfrm>
              <a:off x="1995010" y="3754076"/>
              <a:ext cx="212501" cy="180938"/>
            </a:xfrm>
            <a:custGeom>
              <a:avLst/>
              <a:gdLst/>
              <a:ahLst/>
              <a:cxnLst/>
              <a:rect l="l" t="t" r="r" b="b"/>
              <a:pathLst>
                <a:path w="241" h="205" extrusionOk="0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1269;p48">
              <a:extLst>
                <a:ext uri="{FF2B5EF4-FFF2-40B4-BE49-F238E27FC236}">
                  <a16:creationId xmlns:a16="http://schemas.microsoft.com/office/drawing/2014/main" id="{63DD6332-6BA7-9790-3B9B-100FE5953F7F}"/>
                </a:ext>
              </a:extLst>
            </p:cNvPr>
            <p:cNvSpPr/>
            <p:nvPr/>
          </p:nvSpPr>
          <p:spPr>
            <a:xfrm>
              <a:off x="2220560" y="3214987"/>
              <a:ext cx="173666" cy="219422"/>
            </a:xfrm>
            <a:custGeom>
              <a:avLst/>
              <a:gdLst/>
              <a:ahLst/>
              <a:cxnLst/>
              <a:rect l="l" t="t" r="r" b="b"/>
              <a:pathLst>
                <a:path w="197" h="249" extrusionOk="0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1270;p48">
              <a:extLst>
                <a:ext uri="{FF2B5EF4-FFF2-40B4-BE49-F238E27FC236}">
                  <a16:creationId xmlns:a16="http://schemas.microsoft.com/office/drawing/2014/main" id="{25767A22-260B-A9F3-8B17-4900DB13501F}"/>
                </a:ext>
              </a:extLst>
            </p:cNvPr>
            <p:cNvSpPr/>
            <p:nvPr/>
          </p:nvSpPr>
          <p:spPr>
            <a:xfrm>
              <a:off x="2214346" y="3400890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1271;p48">
              <a:extLst>
                <a:ext uri="{FF2B5EF4-FFF2-40B4-BE49-F238E27FC236}">
                  <a16:creationId xmlns:a16="http://schemas.microsoft.com/office/drawing/2014/main" id="{77BA9241-C8AB-26E7-6338-8485DBF2CD84}"/>
                </a:ext>
              </a:extLst>
            </p:cNvPr>
            <p:cNvSpPr/>
            <p:nvPr/>
          </p:nvSpPr>
          <p:spPr>
            <a:xfrm>
              <a:off x="1814198" y="3754076"/>
              <a:ext cx="213433" cy="180938"/>
            </a:xfrm>
            <a:custGeom>
              <a:avLst/>
              <a:gdLst/>
              <a:ahLst/>
              <a:cxnLst/>
              <a:rect l="l" t="t" r="r" b="b"/>
              <a:pathLst>
                <a:path w="242" h="205" extrusionOk="0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1272;p48">
              <a:extLst>
                <a:ext uri="{FF2B5EF4-FFF2-40B4-BE49-F238E27FC236}">
                  <a16:creationId xmlns:a16="http://schemas.microsoft.com/office/drawing/2014/main" id="{5604EA88-745D-D209-B8BB-9643B6ADB8B5}"/>
                </a:ext>
              </a:extLst>
            </p:cNvPr>
            <p:cNvSpPr/>
            <p:nvPr/>
          </p:nvSpPr>
          <p:spPr>
            <a:xfrm>
              <a:off x="2214346" y="3580587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1273;p48">
              <a:extLst>
                <a:ext uri="{FF2B5EF4-FFF2-40B4-BE49-F238E27FC236}">
                  <a16:creationId xmlns:a16="http://schemas.microsoft.com/office/drawing/2014/main" id="{DF9F2E31-3ABE-CA4D-31AB-77B4495334AF}"/>
                </a:ext>
              </a:extLst>
            </p:cNvPr>
            <p:cNvSpPr/>
            <p:nvPr/>
          </p:nvSpPr>
          <p:spPr>
            <a:xfrm>
              <a:off x="2174890" y="3760283"/>
              <a:ext cx="219335" cy="174731"/>
            </a:xfrm>
            <a:custGeom>
              <a:avLst/>
              <a:gdLst/>
              <a:ahLst/>
              <a:cxnLst/>
              <a:rect l="l" t="t" r="r" b="b"/>
              <a:pathLst>
                <a:path w="249" h="198" extrusionOk="0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5" name="Google Shape;1274;p48">
            <a:extLst>
              <a:ext uri="{FF2B5EF4-FFF2-40B4-BE49-F238E27FC236}">
                <a16:creationId xmlns:a16="http://schemas.microsoft.com/office/drawing/2014/main" id="{FC10A145-819A-C0DB-BD4B-3EAF2A231A80}"/>
              </a:ext>
            </a:extLst>
          </p:cNvPr>
          <p:cNvGrpSpPr/>
          <p:nvPr/>
        </p:nvGrpSpPr>
        <p:grpSpPr>
          <a:xfrm>
            <a:off x="3462091" y="3080283"/>
            <a:ext cx="334184" cy="334330"/>
            <a:chOff x="557511" y="3214925"/>
            <a:chExt cx="719836" cy="720150"/>
          </a:xfrm>
        </p:grpSpPr>
        <p:sp>
          <p:nvSpPr>
            <p:cNvPr id="296" name="Google Shape;1275;p48">
              <a:extLst>
                <a:ext uri="{FF2B5EF4-FFF2-40B4-BE49-F238E27FC236}">
                  <a16:creationId xmlns:a16="http://schemas.microsoft.com/office/drawing/2014/main" id="{39415C28-A710-2897-A973-C8049E1E8D17}"/>
                </a:ext>
              </a:extLst>
            </p:cNvPr>
            <p:cNvSpPr/>
            <p:nvPr/>
          </p:nvSpPr>
          <p:spPr>
            <a:xfrm>
              <a:off x="557511" y="3214925"/>
              <a:ext cx="434543" cy="347863"/>
            </a:xfrm>
            <a:custGeom>
              <a:avLst/>
              <a:gdLst/>
              <a:ahLst/>
              <a:cxnLst/>
              <a:rect l="l" t="t" r="r" b="b"/>
              <a:pathLst>
                <a:path w="515" h="412" extrusionOk="0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1276;p48">
              <a:extLst>
                <a:ext uri="{FF2B5EF4-FFF2-40B4-BE49-F238E27FC236}">
                  <a16:creationId xmlns:a16="http://schemas.microsoft.com/office/drawing/2014/main" id="{CE179E3F-80A8-1989-743D-F42BB89AE59E}"/>
                </a:ext>
              </a:extLst>
            </p:cNvPr>
            <p:cNvSpPr/>
            <p:nvPr/>
          </p:nvSpPr>
          <p:spPr>
            <a:xfrm>
              <a:off x="929646" y="3214925"/>
              <a:ext cx="347700" cy="434664"/>
            </a:xfrm>
            <a:custGeom>
              <a:avLst/>
              <a:gdLst/>
              <a:ahLst/>
              <a:cxnLst/>
              <a:rect l="l" t="t" r="r" b="b"/>
              <a:pathLst>
                <a:path w="412" h="515" extrusionOk="0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1277;p48">
              <a:extLst>
                <a:ext uri="{FF2B5EF4-FFF2-40B4-BE49-F238E27FC236}">
                  <a16:creationId xmlns:a16="http://schemas.microsoft.com/office/drawing/2014/main" id="{159CB89E-DB8A-60CC-DFFC-0C9C9295CE59}"/>
                </a:ext>
              </a:extLst>
            </p:cNvPr>
            <p:cNvSpPr/>
            <p:nvPr/>
          </p:nvSpPr>
          <p:spPr>
            <a:xfrm>
              <a:off x="557511" y="3500411"/>
              <a:ext cx="347040" cy="434664"/>
            </a:xfrm>
            <a:custGeom>
              <a:avLst/>
              <a:gdLst/>
              <a:ahLst/>
              <a:cxnLst/>
              <a:rect l="l" t="t" r="r" b="b"/>
              <a:pathLst>
                <a:path w="411" h="515" extrusionOk="0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1278;p48">
              <a:extLst>
                <a:ext uri="{FF2B5EF4-FFF2-40B4-BE49-F238E27FC236}">
                  <a16:creationId xmlns:a16="http://schemas.microsoft.com/office/drawing/2014/main" id="{68B33BD4-77DA-F5DF-EF7E-B54966E34330}"/>
                </a:ext>
              </a:extLst>
            </p:cNvPr>
            <p:cNvSpPr/>
            <p:nvPr/>
          </p:nvSpPr>
          <p:spPr>
            <a:xfrm>
              <a:off x="842804" y="3588202"/>
              <a:ext cx="434543" cy="346873"/>
            </a:xfrm>
            <a:custGeom>
              <a:avLst/>
              <a:gdLst/>
              <a:ahLst/>
              <a:cxnLst/>
              <a:rect l="l" t="t" r="r" b="b"/>
              <a:pathLst>
                <a:path w="515" h="411" extrusionOk="0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0" name="Google Shape;1279;p48">
            <a:extLst>
              <a:ext uri="{FF2B5EF4-FFF2-40B4-BE49-F238E27FC236}">
                <a16:creationId xmlns:a16="http://schemas.microsoft.com/office/drawing/2014/main" id="{BC2D35C5-3FD9-2845-E40A-3F1B96A9819A}"/>
              </a:ext>
            </a:extLst>
          </p:cNvPr>
          <p:cNvGrpSpPr/>
          <p:nvPr/>
        </p:nvGrpSpPr>
        <p:grpSpPr>
          <a:xfrm>
            <a:off x="3420008" y="4157533"/>
            <a:ext cx="334429" cy="300392"/>
            <a:chOff x="1147762" y="1131887"/>
            <a:chExt cx="5137150" cy="4619626"/>
          </a:xfrm>
        </p:grpSpPr>
        <p:sp>
          <p:nvSpPr>
            <p:cNvPr id="301" name="Google Shape;1280;p48">
              <a:extLst>
                <a:ext uri="{FF2B5EF4-FFF2-40B4-BE49-F238E27FC236}">
                  <a16:creationId xmlns:a16="http://schemas.microsoft.com/office/drawing/2014/main" id="{35955AA3-D811-FC9C-7D61-24ED4F1E9637}"/>
                </a:ext>
              </a:extLst>
            </p:cNvPr>
            <p:cNvSpPr/>
            <p:nvPr/>
          </p:nvSpPr>
          <p:spPr>
            <a:xfrm>
              <a:off x="1147762" y="2425700"/>
              <a:ext cx="2505075" cy="3325813"/>
            </a:xfrm>
            <a:custGeom>
              <a:avLst/>
              <a:gdLst/>
              <a:ahLst/>
              <a:cxnLst/>
              <a:rect l="l" t="t" r="r" b="b"/>
              <a:pathLst>
                <a:path w="566" h="751" extrusionOk="0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1281;p48">
              <a:extLst>
                <a:ext uri="{FF2B5EF4-FFF2-40B4-BE49-F238E27FC236}">
                  <a16:creationId xmlns:a16="http://schemas.microsoft.com/office/drawing/2014/main" id="{6DF04384-E184-AA40-288E-ABAA8FD6F86F}"/>
                </a:ext>
              </a:extLst>
            </p:cNvPr>
            <p:cNvSpPr/>
            <p:nvPr/>
          </p:nvSpPr>
          <p:spPr>
            <a:xfrm>
              <a:off x="2617787" y="3519487"/>
              <a:ext cx="3667125" cy="2232024"/>
            </a:xfrm>
            <a:custGeom>
              <a:avLst/>
              <a:gdLst/>
              <a:ahLst/>
              <a:cxnLst/>
              <a:rect l="l" t="t" r="r" b="b"/>
              <a:pathLst>
                <a:path w="829" h="504" extrusionOk="0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1282;p48">
              <a:extLst>
                <a:ext uri="{FF2B5EF4-FFF2-40B4-BE49-F238E27FC236}">
                  <a16:creationId xmlns:a16="http://schemas.microsoft.com/office/drawing/2014/main" id="{16C65DC1-22F7-9658-BCAE-92A322BA095A}"/>
                </a:ext>
              </a:extLst>
            </p:cNvPr>
            <p:cNvSpPr/>
            <p:nvPr/>
          </p:nvSpPr>
          <p:spPr>
            <a:xfrm>
              <a:off x="2449512" y="1131887"/>
              <a:ext cx="3167061" cy="3259137"/>
            </a:xfrm>
            <a:custGeom>
              <a:avLst/>
              <a:gdLst/>
              <a:ahLst/>
              <a:cxnLst/>
              <a:rect l="l" t="t" r="r" b="b"/>
              <a:pathLst>
                <a:path w="716" h="736" extrusionOk="0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1283;p48">
            <a:extLst>
              <a:ext uri="{FF2B5EF4-FFF2-40B4-BE49-F238E27FC236}">
                <a16:creationId xmlns:a16="http://schemas.microsoft.com/office/drawing/2014/main" id="{92ABB13C-6B49-29A3-1F46-3270B6FAEA98}"/>
              </a:ext>
            </a:extLst>
          </p:cNvPr>
          <p:cNvGrpSpPr/>
          <p:nvPr/>
        </p:nvGrpSpPr>
        <p:grpSpPr>
          <a:xfrm>
            <a:off x="4018002" y="4152775"/>
            <a:ext cx="334426" cy="309962"/>
            <a:chOff x="1570037" y="1341437"/>
            <a:chExt cx="4943475" cy="4576762"/>
          </a:xfrm>
        </p:grpSpPr>
        <p:sp>
          <p:nvSpPr>
            <p:cNvPr id="305" name="Google Shape;1284;p48">
              <a:extLst>
                <a:ext uri="{FF2B5EF4-FFF2-40B4-BE49-F238E27FC236}">
                  <a16:creationId xmlns:a16="http://schemas.microsoft.com/office/drawing/2014/main" id="{20FA3236-5B45-55F9-4D9D-47B0BFAE8A8D}"/>
                </a:ext>
              </a:extLst>
            </p:cNvPr>
            <p:cNvSpPr/>
            <p:nvPr/>
          </p:nvSpPr>
          <p:spPr>
            <a:xfrm>
              <a:off x="4814887" y="3284537"/>
              <a:ext cx="1673225" cy="1187450"/>
            </a:xfrm>
            <a:custGeom>
              <a:avLst/>
              <a:gdLst/>
              <a:ahLst/>
              <a:cxnLst/>
              <a:rect l="l" t="t" r="r" b="b"/>
              <a:pathLst>
                <a:path w="381" h="270" extrusionOk="0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1285;p48">
              <a:extLst>
                <a:ext uri="{FF2B5EF4-FFF2-40B4-BE49-F238E27FC236}">
                  <a16:creationId xmlns:a16="http://schemas.microsoft.com/office/drawing/2014/main" id="{D1C5E060-0A9D-7753-5C3F-C68BCE6C957F}"/>
                </a:ext>
              </a:extLst>
            </p:cNvPr>
            <p:cNvSpPr/>
            <p:nvPr/>
          </p:nvSpPr>
          <p:spPr>
            <a:xfrm>
              <a:off x="2355850" y="4164012"/>
              <a:ext cx="1208087" cy="1560512"/>
            </a:xfrm>
            <a:custGeom>
              <a:avLst/>
              <a:gdLst/>
              <a:ahLst/>
              <a:cxnLst/>
              <a:rect l="l" t="t" r="r" b="b"/>
              <a:pathLst>
                <a:path w="275" h="355" extrusionOk="0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1286;p48">
              <a:extLst>
                <a:ext uri="{FF2B5EF4-FFF2-40B4-BE49-F238E27FC236}">
                  <a16:creationId xmlns:a16="http://schemas.microsoft.com/office/drawing/2014/main" id="{D697D450-8717-5083-4E21-C6710CF80ED9}"/>
                </a:ext>
              </a:extLst>
            </p:cNvPr>
            <p:cNvSpPr/>
            <p:nvPr/>
          </p:nvSpPr>
          <p:spPr>
            <a:xfrm>
              <a:off x="2636837" y="1443037"/>
              <a:ext cx="1581150" cy="1635125"/>
            </a:xfrm>
            <a:custGeom>
              <a:avLst/>
              <a:gdLst/>
              <a:ahLst/>
              <a:cxnLst/>
              <a:rect l="l" t="t" r="r" b="b"/>
              <a:pathLst>
                <a:path w="360" h="372" extrusionOk="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1287;p48">
              <a:extLst>
                <a:ext uri="{FF2B5EF4-FFF2-40B4-BE49-F238E27FC236}">
                  <a16:creationId xmlns:a16="http://schemas.microsoft.com/office/drawing/2014/main" id="{0FCA2531-7DFA-F130-AA15-23F2FEDB4CF4}"/>
                </a:ext>
              </a:extLst>
            </p:cNvPr>
            <p:cNvSpPr/>
            <p:nvPr/>
          </p:nvSpPr>
          <p:spPr>
            <a:xfrm>
              <a:off x="1570037" y="3162300"/>
              <a:ext cx="1800225" cy="2562225"/>
            </a:xfrm>
            <a:custGeom>
              <a:avLst/>
              <a:gdLst/>
              <a:ahLst/>
              <a:cxnLst/>
              <a:rect l="l" t="t" r="r" b="b"/>
              <a:pathLst>
                <a:path w="410" h="583" extrusionOk="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1288;p48">
              <a:extLst>
                <a:ext uri="{FF2B5EF4-FFF2-40B4-BE49-F238E27FC236}">
                  <a16:creationId xmlns:a16="http://schemas.microsoft.com/office/drawing/2014/main" id="{68B903B2-0788-56F1-6B31-6FCEED893E38}"/>
                </a:ext>
              </a:extLst>
            </p:cNvPr>
            <p:cNvSpPr/>
            <p:nvPr/>
          </p:nvSpPr>
          <p:spPr>
            <a:xfrm>
              <a:off x="3101975" y="1341437"/>
              <a:ext cx="2481262" cy="1855787"/>
            </a:xfrm>
            <a:custGeom>
              <a:avLst/>
              <a:gdLst/>
              <a:ahLst/>
              <a:cxnLst/>
              <a:rect l="l" t="t" r="r" b="b"/>
              <a:pathLst>
                <a:path w="565" h="422" extrusionOk="0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1289;p48">
              <a:extLst>
                <a:ext uri="{FF2B5EF4-FFF2-40B4-BE49-F238E27FC236}">
                  <a16:creationId xmlns:a16="http://schemas.microsoft.com/office/drawing/2014/main" id="{988C8C7A-ADB8-3212-205D-50FEDC56EF0D}"/>
                </a:ext>
              </a:extLst>
            </p:cNvPr>
            <p:cNvSpPr/>
            <p:nvPr/>
          </p:nvSpPr>
          <p:spPr>
            <a:xfrm>
              <a:off x="4019550" y="4094162"/>
              <a:ext cx="2493962" cy="1824037"/>
            </a:xfrm>
            <a:custGeom>
              <a:avLst/>
              <a:gdLst/>
              <a:ahLst/>
              <a:cxnLst/>
              <a:rect l="l" t="t" r="r" b="b"/>
              <a:pathLst>
                <a:path w="568" h="415" extrusionOk="0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1290;p48">
            <a:extLst>
              <a:ext uri="{FF2B5EF4-FFF2-40B4-BE49-F238E27FC236}">
                <a16:creationId xmlns:a16="http://schemas.microsoft.com/office/drawing/2014/main" id="{3E9F1616-B2ED-5AF6-397F-45AB8B8EFC09}"/>
              </a:ext>
            </a:extLst>
          </p:cNvPr>
          <p:cNvGrpSpPr/>
          <p:nvPr/>
        </p:nvGrpSpPr>
        <p:grpSpPr>
          <a:xfrm>
            <a:off x="5881997" y="4140854"/>
            <a:ext cx="330999" cy="334291"/>
            <a:chOff x="5770007" y="5489899"/>
            <a:chExt cx="712976" cy="720067"/>
          </a:xfrm>
        </p:grpSpPr>
        <p:sp>
          <p:nvSpPr>
            <p:cNvPr id="312" name="Google Shape;1291;p48">
              <a:extLst>
                <a:ext uri="{FF2B5EF4-FFF2-40B4-BE49-F238E27FC236}">
                  <a16:creationId xmlns:a16="http://schemas.microsoft.com/office/drawing/2014/main" id="{96532BD0-C866-006F-2653-463FB22B8DE3}"/>
                </a:ext>
              </a:extLst>
            </p:cNvPr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1292;p48">
              <a:extLst>
                <a:ext uri="{FF2B5EF4-FFF2-40B4-BE49-F238E27FC236}">
                  <a16:creationId xmlns:a16="http://schemas.microsoft.com/office/drawing/2014/main" id="{D2F99298-C3E6-8299-1AF0-34DF4B06F02D}"/>
                </a:ext>
              </a:extLst>
            </p:cNvPr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1293;p48">
              <a:extLst>
                <a:ext uri="{FF2B5EF4-FFF2-40B4-BE49-F238E27FC236}">
                  <a16:creationId xmlns:a16="http://schemas.microsoft.com/office/drawing/2014/main" id="{9D28069F-41CC-59F1-9F5B-7C3319E7DD80}"/>
                </a:ext>
              </a:extLst>
            </p:cNvPr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1294;p48">
              <a:extLst>
                <a:ext uri="{FF2B5EF4-FFF2-40B4-BE49-F238E27FC236}">
                  <a16:creationId xmlns:a16="http://schemas.microsoft.com/office/drawing/2014/main" id="{2594E2DE-09AD-D99F-BF04-BF9CD3D185BE}"/>
                </a:ext>
              </a:extLst>
            </p:cNvPr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1295;p48">
              <a:extLst>
                <a:ext uri="{FF2B5EF4-FFF2-40B4-BE49-F238E27FC236}">
                  <a16:creationId xmlns:a16="http://schemas.microsoft.com/office/drawing/2014/main" id="{659DBE20-D60C-B0DD-3E7E-604DBA3E4F70}"/>
                </a:ext>
              </a:extLst>
            </p:cNvPr>
            <p:cNvSpPr/>
            <p:nvPr/>
          </p:nvSpPr>
          <p:spPr>
            <a:xfrm>
              <a:off x="6011100" y="5535496"/>
              <a:ext cx="228017" cy="163872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1296;p48">
              <a:extLst>
                <a:ext uri="{FF2B5EF4-FFF2-40B4-BE49-F238E27FC236}">
                  <a16:creationId xmlns:a16="http://schemas.microsoft.com/office/drawing/2014/main" id="{AF621761-D3BA-2F41-757C-56274EBE7968}"/>
                </a:ext>
              </a:extLst>
            </p:cNvPr>
            <p:cNvSpPr/>
            <p:nvPr/>
          </p:nvSpPr>
          <p:spPr>
            <a:xfrm>
              <a:off x="6011100" y="6000263"/>
              <a:ext cx="228017" cy="164103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1297;p48">
              <a:extLst>
                <a:ext uri="{FF2B5EF4-FFF2-40B4-BE49-F238E27FC236}">
                  <a16:creationId xmlns:a16="http://schemas.microsoft.com/office/drawing/2014/main" id="{A5617004-B900-9E2D-FADC-4C8FABFA409D}"/>
                </a:ext>
              </a:extLst>
            </p:cNvPr>
            <p:cNvSpPr/>
            <p:nvPr/>
          </p:nvSpPr>
          <p:spPr>
            <a:xfrm>
              <a:off x="5814051" y="5734318"/>
              <a:ext cx="162411" cy="230995"/>
            </a:xfrm>
            <a:custGeom>
              <a:avLst/>
              <a:gdLst/>
              <a:ahLst/>
              <a:cxnLst/>
              <a:rect l="l" t="t" r="r" b="b"/>
              <a:pathLst>
                <a:path w="258" h="363" extrusionOk="0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1298;p48">
              <a:extLst>
                <a:ext uri="{FF2B5EF4-FFF2-40B4-BE49-F238E27FC236}">
                  <a16:creationId xmlns:a16="http://schemas.microsoft.com/office/drawing/2014/main" id="{37F65DF0-0FA5-FF0E-66A2-7481F789068F}"/>
                </a:ext>
              </a:extLst>
            </p:cNvPr>
            <p:cNvSpPr/>
            <p:nvPr/>
          </p:nvSpPr>
          <p:spPr>
            <a:xfrm>
              <a:off x="6273756" y="5735013"/>
              <a:ext cx="162411" cy="230300"/>
            </a:xfrm>
            <a:custGeom>
              <a:avLst/>
              <a:gdLst/>
              <a:ahLst/>
              <a:cxnLst/>
              <a:rect l="l" t="t" r="r" b="b"/>
              <a:pathLst>
                <a:path w="258" h="362" extrusionOk="0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" name="Google Shape;1299;p48">
            <a:extLst>
              <a:ext uri="{FF2B5EF4-FFF2-40B4-BE49-F238E27FC236}">
                <a16:creationId xmlns:a16="http://schemas.microsoft.com/office/drawing/2014/main" id="{7EB97610-F925-DF90-C5FE-B808AB684C05}"/>
              </a:ext>
            </a:extLst>
          </p:cNvPr>
          <p:cNvGrpSpPr/>
          <p:nvPr/>
        </p:nvGrpSpPr>
        <p:grpSpPr>
          <a:xfrm>
            <a:off x="6476587" y="4157702"/>
            <a:ext cx="334238" cy="300618"/>
            <a:chOff x="7050768" y="5526199"/>
            <a:chExt cx="719953" cy="647534"/>
          </a:xfrm>
        </p:grpSpPr>
        <p:sp>
          <p:nvSpPr>
            <p:cNvPr id="321" name="Google Shape;1300;p48">
              <a:extLst>
                <a:ext uri="{FF2B5EF4-FFF2-40B4-BE49-F238E27FC236}">
                  <a16:creationId xmlns:a16="http://schemas.microsoft.com/office/drawing/2014/main" id="{B6FE0491-EF8E-2F40-E66B-05D46DC51324}"/>
                </a:ext>
              </a:extLst>
            </p:cNvPr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1301;p48">
              <a:extLst>
                <a:ext uri="{FF2B5EF4-FFF2-40B4-BE49-F238E27FC236}">
                  <a16:creationId xmlns:a16="http://schemas.microsoft.com/office/drawing/2014/main" id="{819EF932-7FDC-7DAE-CA83-A9374831DCEC}"/>
                </a:ext>
              </a:extLst>
            </p:cNvPr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1302;p48">
              <a:extLst>
                <a:ext uri="{FF2B5EF4-FFF2-40B4-BE49-F238E27FC236}">
                  <a16:creationId xmlns:a16="http://schemas.microsoft.com/office/drawing/2014/main" id="{F64445B4-C5E5-CAA7-2E55-F56EC93BF1F0}"/>
                </a:ext>
              </a:extLst>
            </p:cNvPr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1303;p48">
              <a:extLst>
                <a:ext uri="{FF2B5EF4-FFF2-40B4-BE49-F238E27FC236}">
                  <a16:creationId xmlns:a16="http://schemas.microsoft.com/office/drawing/2014/main" id="{1D3306A6-4280-83BF-34E6-B21D5D00883C}"/>
                </a:ext>
              </a:extLst>
            </p:cNvPr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1304;p48">
              <a:extLst>
                <a:ext uri="{FF2B5EF4-FFF2-40B4-BE49-F238E27FC236}">
                  <a16:creationId xmlns:a16="http://schemas.microsoft.com/office/drawing/2014/main" id="{FD9930C7-5236-BABE-F68C-30521920B62A}"/>
                </a:ext>
              </a:extLst>
            </p:cNvPr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1305;p48">
              <a:extLst>
                <a:ext uri="{FF2B5EF4-FFF2-40B4-BE49-F238E27FC236}">
                  <a16:creationId xmlns:a16="http://schemas.microsoft.com/office/drawing/2014/main" id="{4DDE308F-6559-CFB5-535F-E93E6F496C8F}"/>
                </a:ext>
              </a:extLst>
            </p:cNvPr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1306;p48">
              <a:extLst>
                <a:ext uri="{FF2B5EF4-FFF2-40B4-BE49-F238E27FC236}">
                  <a16:creationId xmlns:a16="http://schemas.microsoft.com/office/drawing/2014/main" id="{B874F585-1922-9BC9-3386-8A1FBEE30D57}"/>
                </a:ext>
              </a:extLst>
            </p:cNvPr>
            <p:cNvSpPr/>
            <p:nvPr/>
          </p:nvSpPr>
          <p:spPr>
            <a:xfrm>
              <a:off x="7134476" y="5655289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1307;p48">
              <a:extLst>
                <a:ext uri="{FF2B5EF4-FFF2-40B4-BE49-F238E27FC236}">
                  <a16:creationId xmlns:a16="http://schemas.microsoft.com/office/drawing/2014/main" id="{B64CA696-977E-DDA8-DC6C-82F8FFC147B6}"/>
                </a:ext>
              </a:extLst>
            </p:cNvPr>
            <p:cNvSpPr/>
            <p:nvPr/>
          </p:nvSpPr>
          <p:spPr>
            <a:xfrm>
              <a:off x="7351783" y="5564482"/>
              <a:ext cx="119371" cy="92287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1308;p48">
              <a:extLst>
                <a:ext uri="{FF2B5EF4-FFF2-40B4-BE49-F238E27FC236}">
                  <a16:creationId xmlns:a16="http://schemas.microsoft.com/office/drawing/2014/main" id="{ABA6635A-A4D8-9FF7-0AF1-F0CE0EFE0041}"/>
                </a:ext>
              </a:extLst>
            </p:cNvPr>
            <p:cNvSpPr/>
            <p:nvPr/>
          </p:nvSpPr>
          <p:spPr>
            <a:xfrm>
              <a:off x="7548579" y="5894792"/>
              <a:ext cx="138958" cy="149249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1309;p48">
              <a:extLst>
                <a:ext uri="{FF2B5EF4-FFF2-40B4-BE49-F238E27FC236}">
                  <a16:creationId xmlns:a16="http://schemas.microsoft.com/office/drawing/2014/main" id="{2A987BDF-D5D8-D3E2-8A14-4A7FF2F100A5}"/>
                </a:ext>
              </a:extLst>
            </p:cNvPr>
            <p:cNvSpPr/>
            <p:nvPr/>
          </p:nvSpPr>
          <p:spPr>
            <a:xfrm>
              <a:off x="7548579" y="5655844"/>
              <a:ext cx="138958" cy="149065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1310;p48">
              <a:extLst>
                <a:ext uri="{FF2B5EF4-FFF2-40B4-BE49-F238E27FC236}">
                  <a16:creationId xmlns:a16="http://schemas.microsoft.com/office/drawing/2014/main" id="{14B25762-7281-2D5B-A4EA-6E644EBC4336}"/>
                </a:ext>
              </a:extLst>
            </p:cNvPr>
            <p:cNvSpPr/>
            <p:nvPr/>
          </p:nvSpPr>
          <p:spPr>
            <a:xfrm>
              <a:off x="7134476" y="5894792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1311;p48">
              <a:extLst>
                <a:ext uri="{FF2B5EF4-FFF2-40B4-BE49-F238E27FC236}">
                  <a16:creationId xmlns:a16="http://schemas.microsoft.com/office/drawing/2014/main" id="{447A5110-0520-3777-8FD3-C03D42398C72}"/>
                </a:ext>
              </a:extLst>
            </p:cNvPr>
            <p:cNvSpPr/>
            <p:nvPr/>
          </p:nvSpPr>
          <p:spPr>
            <a:xfrm>
              <a:off x="7351783" y="6043117"/>
              <a:ext cx="119371" cy="92102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1312;p48">
            <a:extLst>
              <a:ext uri="{FF2B5EF4-FFF2-40B4-BE49-F238E27FC236}">
                <a16:creationId xmlns:a16="http://schemas.microsoft.com/office/drawing/2014/main" id="{C8F65C87-3C06-A373-AAF4-3F3441EE2F74}"/>
              </a:ext>
            </a:extLst>
          </p:cNvPr>
          <p:cNvGrpSpPr/>
          <p:nvPr/>
        </p:nvGrpSpPr>
        <p:grpSpPr>
          <a:xfrm>
            <a:off x="7672477" y="4157755"/>
            <a:ext cx="334261" cy="300488"/>
            <a:chOff x="9626723" y="5526313"/>
            <a:chExt cx="720002" cy="647256"/>
          </a:xfrm>
        </p:grpSpPr>
        <p:sp>
          <p:nvSpPr>
            <p:cNvPr id="334" name="Google Shape;1313;p48">
              <a:extLst>
                <a:ext uri="{FF2B5EF4-FFF2-40B4-BE49-F238E27FC236}">
                  <a16:creationId xmlns:a16="http://schemas.microsoft.com/office/drawing/2014/main" id="{603A50DB-2635-2F7A-989B-896C4C176875}"/>
                </a:ext>
              </a:extLst>
            </p:cNvPr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1314;p48">
              <a:extLst>
                <a:ext uri="{FF2B5EF4-FFF2-40B4-BE49-F238E27FC236}">
                  <a16:creationId xmlns:a16="http://schemas.microsoft.com/office/drawing/2014/main" id="{E7BA72DA-34B8-7815-64F2-8EF74CABF1CD}"/>
                </a:ext>
              </a:extLst>
            </p:cNvPr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1315;p48">
              <a:extLst>
                <a:ext uri="{FF2B5EF4-FFF2-40B4-BE49-F238E27FC236}">
                  <a16:creationId xmlns:a16="http://schemas.microsoft.com/office/drawing/2014/main" id="{F2DF2FBF-41E5-9A5F-7663-5F3EACEB84EE}"/>
                </a:ext>
              </a:extLst>
            </p:cNvPr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1316;p48">
              <a:extLst>
                <a:ext uri="{FF2B5EF4-FFF2-40B4-BE49-F238E27FC236}">
                  <a16:creationId xmlns:a16="http://schemas.microsoft.com/office/drawing/2014/main" id="{D858AFB2-DDBB-251E-E7B9-88EA26AD73E6}"/>
                </a:ext>
              </a:extLst>
            </p:cNvPr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1317;p48">
              <a:extLst>
                <a:ext uri="{FF2B5EF4-FFF2-40B4-BE49-F238E27FC236}">
                  <a16:creationId xmlns:a16="http://schemas.microsoft.com/office/drawing/2014/main" id="{5B455823-C86D-5CB3-BD68-E1FE83197872}"/>
                </a:ext>
              </a:extLst>
            </p:cNvPr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1318;p48">
              <a:extLst>
                <a:ext uri="{FF2B5EF4-FFF2-40B4-BE49-F238E27FC236}">
                  <a16:creationId xmlns:a16="http://schemas.microsoft.com/office/drawing/2014/main" id="{94B1853C-7B11-C0E2-B57A-55D12C2286E3}"/>
                </a:ext>
              </a:extLst>
            </p:cNvPr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1319;p48">
              <a:extLst>
                <a:ext uri="{FF2B5EF4-FFF2-40B4-BE49-F238E27FC236}">
                  <a16:creationId xmlns:a16="http://schemas.microsoft.com/office/drawing/2014/main" id="{6EC3906F-951D-98DF-5B8C-A7B97A28E1B1}"/>
                </a:ext>
              </a:extLst>
            </p:cNvPr>
            <p:cNvSpPr/>
            <p:nvPr/>
          </p:nvSpPr>
          <p:spPr>
            <a:xfrm>
              <a:off x="10198227" y="5672808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1320;p48">
              <a:extLst>
                <a:ext uri="{FF2B5EF4-FFF2-40B4-BE49-F238E27FC236}">
                  <a16:creationId xmlns:a16="http://schemas.microsoft.com/office/drawing/2014/main" id="{438103CF-41A1-C04D-1A8F-AEE33C1EC036}"/>
                </a:ext>
              </a:extLst>
            </p:cNvPr>
            <p:cNvSpPr/>
            <p:nvPr/>
          </p:nvSpPr>
          <p:spPr>
            <a:xfrm>
              <a:off x="10197835" y="594458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1321;p48">
              <a:extLst>
                <a:ext uri="{FF2B5EF4-FFF2-40B4-BE49-F238E27FC236}">
                  <a16:creationId xmlns:a16="http://schemas.microsoft.com/office/drawing/2014/main" id="{66FA7D4E-D795-1297-8FBA-9F3D7A3FCE33}"/>
                </a:ext>
              </a:extLst>
            </p:cNvPr>
            <p:cNvSpPr/>
            <p:nvPr/>
          </p:nvSpPr>
          <p:spPr>
            <a:xfrm>
              <a:off x="9938649" y="6122111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1322;p48">
              <a:extLst>
                <a:ext uri="{FF2B5EF4-FFF2-40B4-BE49-F238E27FC236}">
                  <a16:creationId xmlns:a16="http://schemas.microsoft.com/office/drawing/2014/main" id="{D4391800-1FC1-1EA9-29BA-173A4267492C}"/>
                </a:ext>
              </a:extLst>
            </p:cNvPr>
            <p:cNvSpPr/>
            <p:nvPr/>
          </p:nvSpPr>
          <p:spPr>
            <a:xfrm>
              <a:off x="9728084" y="5944196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1323;p48">
              <a:extLst>
                <a:ext uri="{FF2B5EF4-FFF2-40B4-BE49-F238E27FC236}">
                  <a16:creationId xmlns:a16="http://schemas.microsoft.com/office/drawing/2014/main" id="{4E7A4516-38FB-6435-F13B-DBB209616697}"/>
                </a:ext>
              </a:extLst>
            </p:cNvPr>
            <p:cNvSpPr/>
            <p:nvPr/>
          </p:nvSpPr>
          <p:spPr>
            <a:xfrm>
              <a:off x="9728084" y="567221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1324;p48">
              <a:extLst>
                <a:ext uri="{FF2B5EF4-FFF2-40B4-BE49-F238E27FC236}">
                  <a16:creationId xmlns:a16="http://schemas.microsoft.com/office/drawing/2014/main" id="{4606E70A-B2AC-3E53-1671-6F05117E6F52}"/>
                </a:ext>
              </a:extLst>
            </p:cNvPr>
            <p:cNvSpPr/>
            <p:nvPr/>
          </p:nvSpPr>
          <p:spPr>
            <a:xfrm>
              <a:off x="9939237" y="5573835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" name="Google Shape;1325;p48">
            <a:extLst>
              <a:ext uri="{FF2B5EF4-FFF2-40B4-BE49-F238E27FC236}">
                <a16:creationId xmlns:a16="http://schemas.microsoft.com/office/drawing/2014/main" id="{51074083-A490-8011-2E11-D970ED0D2950}"/>
              </a:ext>
            </a:extLst>
          </p:cNvPr>
          <p:cNvGrpSpPr/>
          <p:nvPr/>
        </p:nvGrpSpPr>
        <p:grpSpPr>
          <a:xfrm>
            <a:off x="8270407" y="4140837"/>
            <a:ext cx="334187" cy="334307"/>
            <a:chOff x="10914672" y="5489861"/>
            <a:chExt cx="719842" cy="720102"/>
          </a:xfrm>
        </p:grpSpPr>
        <p:sp>
          <p:nvSpPr>
            <p:cNvPr id="347" name="Google Shape;1326;p48">
              <a:extLst>
                <a:ext uri="{FF2B5EF4-FFF2-40B4-BE49-F238E27FC236}">
                  <a16:creationId xmlns:a16="http://schemas.microsoft.com/office/drawing/2014/main" id="{BB7E4D66-552D-915A-9D8F-6CC71F13DDF0}"/>
                </a:ext>
              </a:extLst>
            </p:cNvPr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1327;p48">
              <a:extLst>
                <a:ext uri="{FF2B5EF4-FFF2-40B4-BE49-F238E27FC236}">
                  <a16:creationId xmlns:a16="http://schemas.microsoft.com/office/drawing/2014/main" id="{BEEA01A1-00C7-F74C-761E-49F2AF48F6DA}"/>
                </a:ext>
              </a:extLst>
            </p:cNvPr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1328;p48">
              <a:extLst>
                <a:ext uri="{FF2B5EF4-FFF2-40B4-BE49-F238E27FC236}">
                  <a16:creationId xmlns:a16="http://schemas.microsoft.com/office/drawing/2014/main" id="{A4B83A96-0004-E6DF-C4E6-D23CF1E7F0F9}"/>
                </a:ext>
              </a:extLst>
            </p:cNvPr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1329;p48">
              <a:extLst>
                <a:ext uri="{FF2B5EF4-FFF2-40B4-BE49-F238E27FC236}">
                  <a16:creationId xmlns:a16="http://schemas.microsoft.com/office/drawing/2014/main" id="{2D297C99-6A69-69D1-CAD8-F1F19C3B7B2B}"/>
                </a:ext>
              </a:extLst>
            </p:cNvPr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1330;p48">
              <a:extLst>
                <a:ext uri="{FF2B5EF4-FFF2-40B4-BE49-F238E27FC236}">
                  <a16:creationId xmlns:a16="http://schemas.microsoft.com/office/drawing/2014/main" id="{2E81D43C-28AD-115A-71D9-C91AEC5722A7}"/>
                </a:ext>
              </a:extLst>
            </p:cNvPr>
            <p:cNvSpPr/>
            <p:nvPr/>
          </p:nvSpPr>
          <p:spPr>
            <a:xfrm>
              <a:off x="11595623" y="5710038"/>
              <a:ext cx="28649" cy="276082"/>
            </a:xfrm>
            <a:custGeom>
              <a:avLst/>
              <a:gdLst/>
              <a:ahLst/>
              <a:cxnLst/>
              <a:rect l="l" t="t" r="r" b="b"/>
              <a:pathLst>
                <a:path w="39" h="376" extrusionOk="0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1331;p48">
              <a:extLst>
                <a:ext uri="{FF2B5EF4-FFF2-40B4-BE49-F238E27FC236}">
                  <a16:creationId xmlns:a16="http://schemas.microsoft.com/office/drawing/2014/main" id="{6B79292A-CADD-EB1D-CEE9-6DC7613DFB87}"/>
                </a:ext>
              </a:extLst>
            </p:cNvPr>
            <p:cNvSpPr/>
            <p:nvPr/>
          </p:nvSpPr>
          <p:spPr>
            <a:xfrm>
              <a:off x="11138826" y="6170527"/>
              <a:ext cx="275351" cy="29145"/>
            </a:xfrm>
            <a:custGeom>
              <a:avLst/>
              <a:gdLst/>
              <a:ahLst/>
              <a:cxnLst/>
              <a:rect l="l" t="t" r="r" b="b"/>
              <a:pathLst>
                <a:path w="375" h="40" extrusionOk="0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1332;p48">
              <a:extLst>
                <a:ext uri="{FF2B5EF4-FFF2-40B4-BE49-F238E27FC236}">
                  <a16:creationId xmlns:a16="http://schemas.microsoft.com/office/drawing/2014/main" id="{589DD294-FB5B-AB4A-0B3E-AB20D752FBF9}"/>
                </a:ext>
              </a:extLst>
            </p:cNvPr>
            <p:cNvSpPr/>
            <p:nvPr/>
          </p:nvSpPr>
          <p:spPr>
            <a:xfrm>
              <a:off x="10925018" y="5713747"/>
              <a:ext cx="28649" cy="275287"/>
            </a:xfrm>
            <a:custGeom>
              <a:avLst/>
              <a:gdLst/>
              <a:ahLst/>
              <a:cxnLst/>
              <a:rect l="l" t="t" r="r" b="b"/>
              <a:pathLst>
                <a:path w="39" h="375" extrusionOk="0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1333;p48">
              <a:extLst>
                <a:ext uri="{FF2B5EF4-FFF2-40B4-BE49-F238E27FC236}">
                  <a16:creationId xmlns:a16="http://schemas.microsoft.com/office/drawing/2014/main" id="{232C66F5-595C-62A7-759E-D01822B51703}"/>
                </a:ext>
              </a:extLst>
            </p:cNvPr>
            <p:cNvSpPr/>
            <p:nvPr/>
          </p:nvSpPr>
          <p:spPr>
            <a:xfrm>
              <a:off x="11135112" y="5499930"/>
              <a:ext cx="275351" cy="28880"/>
            </a:xfrm>
            <a:custGeom>
              <a:avLst/>
              <a:gdLst/>
              <a:ahLst/>
              <a:cxnLst/>
              <a:rect l="l" t="t" r="r" b="b"/>
              <a:pathLst>
                <a:path w="375" h="39" extrusionOk="0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1334;p48">
              <a:extLst>
                <a:ext uri="{FF2B5EF4-FFF2-40B4-BE49-F238E27FC236}">
                  <a16:creationId xmlns:a16="http://schemas.microsoft.com/office/drawing/2014/main" id="{3C764D3E-5CDC-1C18-9A25-E4915C25FF15}"/>
                </a:ext>
              </a:extLst>
            </p:cNvPr>
            <p:cNvSpPr/>
            <p:nvPr/>
          </p:nvSpPr>
          <p:spPr>
            <a:xfrm>
              <a:off x="11578115" y="5950881"/>
              <a:ext cx="52789" cy="38948"/>
            </a:xfrm>
            <a:custGeom>
              <a:avLst/>
              <a:gdLst/>
              <a:ahLst/>
              <a:cxnLst/>
              <a:rect l="l" t="t" r="r" b="b"/>
              <a:pathLst>
                <a:path w="199" h="147" extrusionOk="0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1335;p48">
              <a:extLst>
                <a:ext uri="{FF2B5EF4-FFF2-40B4-BE49-F238E27FC236}">
                  <a16:creationId xmlns:a16="http://schemas.microsoft.com/office/drawing/2014/main" id="{8C4C231F-6BF5-FB41-70EA-ED55768BFBF5}"/>
                </a:ext>
              </a:extLst>
            </p:cNvPr>
            <p:cNvSpPr/>
            <p:nvPr/>
          </p:nvSpPr>
          <p:spPr>
            <a:xfrm>
              <a:off x="11135112" y="6152776"/>
              <a:ext cx="38199" cy="52991"/>
            </a:xfrm>
            <a:custGeom>
              <a:avLst/>
              <a:gdLst/>
              <a:ahLst/>
              <a:cxnLst/>
              <a:rect l="l" t="t" r="r" b="b"/>
              <a:pathLst>
                <a:path w="144" h="200" extrusionOk="0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1336;p48">
              <a:extLst>
                <a:ext uri="{FF2B5EF4-FFF2-40B4-BE49-F238E27FC236}">
                  <a16:creationId xmlns:a16="http://schemas.microsoft.com/office/drawing/2014/main" id="{B29E3FC8-5805-02A0-5DCA-F41C8191BA0E}"/>
                </a:ext>
              </a:extLst>
            </p:cNvPr>
            <p:cNvSpPr/>
            <p:nvPr/>
          </p:nvSpPr>
          <p:spPr>
            <a:xfrm>
              <a:off x="10918386" y="5710038"/>
              <a:ext cx="53054" cy="38154"/>
            </a:xfrm>
            <a:custGeom>
              <a:avLst/>
              <a:gdLst/>
              <a:ahLst/>
              <a:cxnLst/>
              <a:rect l="l" t="t" r="r" b="b"/>
              <a:pathLst>
                <a:path w="200" h="144" extrusionOk="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1337;p48">
              <a:extLst>
                <a:ext uri="{FF2B5EF4-FFF2-40B4-BE49-F238E27FC236}">
                  <a16:creationId xmlns:a16="http://schemas.microsoft.com/office/drawing/2014/main" id="{8DBC53E0-00FF-96C6-2A81-6F393427A5F2}"/>
                </a:ext>
              </a:extLst>
            </p:cNvPr>
            <p:cNvSpPr/>
            <p:nvPr/>
          </p:nvSpPr>
          <p:spPr>
            <a:xfrm>
              <a:off x="11375979" y="5493571"/>
              <a:ext cx="38199" cy="52726"/>
            </a:xfrm>
            <a:custGeom>
              <a:avLst/>
              <a:gdLst/>
              <a:ahLst/>
              <a:cxnLst/>
              <a:rect l="l" t="t" r="r" b="b"/>
              <a:pathLst>
                <a:path w="144" h="199" extrusionOk="0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1338;p48">
            <a:extLst>
              <a:ext uri="{FF2B5EF4-FFF2-40B4-BE49-F238E27FC236}">
                <a16:creationId xmlns:a16="http://schemas.microsoft.com/office/drawing/2014/main" id="{04E6D4EF-C60E-D8BF-D233-970E489EF701}"/>
              </a:ext>
            </a:extLst>
          </p:cNvPr>
          <p:cNvGrpSpPr/>
          <p:nvPr/>
        </p:nvGrpSpPr>
        <p:grpSpPr>
          <a:xfrm>
            <a:off x="7074498" y="4148534"/>
            <a:ext cx="334366" cy="318935"/>
            <a:chOff x="8338678" y="5506443"/>
            <a:chExt cx="720227" cy="686988"/>
          </a:xfrm>
        </p:grpSpPr>
        <p:sp>
          <p:nvSpPr>
            <p:cNvPr id="360" name="Google Shape;1339;p48">
              <a:extLst>
                <a:ext uri="{FF2B5EF4-FFF2-40B4-BE49-F238E27FC236}">
                  <a16:creationId xmlns:a16="http://schemas.microsoft.com/office/drawing/2014/main" id="{6D223B2B-E875-64FD-7564-2C6327187ABA}"/>
                </a:ext>
              </a:extLst>
            </p:cNvPr>
            <p:cNvSpPr/>
            <p:nvPr/>
          </p:nvSpPr>
          <p:spPr>
            <a:xfrm>
              <a:off x="8706181" y="5506443"/>
              <a:ext cx="230803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1340;p48">
              <a:extLst>
                <a:ext uri="{FF2B5EF4-FFF2-40B4-BE49-F238E27FC236}">
                  <a16:creationId xmlns:a16="http://schemas.microsoft.com/office/drawing/2014/main" id="{2413967A-D6C3-6023-968B-9AEFE37E81BF}"/>
                </a:ext>
              </a:extLst>
            </p:cNvPr>
            <p:cNvSpPr/>
            <p:nvPr/>
          </p:nvSpPr>
          <p:spPr>
            <a:xfrm>
              <a:off x="8460817" y="5506443"/>
              <a:ext cx="230586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1341;p48">
              <a:extLst>
                <a:ext uri="{FF2B5EF4-FFF2-40B4-BE49-F238E27FC236}">
                  <a16:creationId xmlns:a16="http://schemas.microsoft.com/office/drawing/2014/main" id="{B9788CB0-8A58-5D60-8E4F-6E1B20684C85}"/>
                </a:ext>
              </a:extLst>
            </p:cNvPr>
            <p:cNvSpPr/>
            <p:nvPr/>
          </p:nvSpPr>
          <p:spPr>
            <a:xfrm>
              <a:off x="8338678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1342;p48">
              <a:extLst>
                <a:ext uri="{FF2B5EF4-FFF2-40B4-BE49-F238E27FC236}">
                  <a16:creationId xmlns:a16="http://schemas.microsoft.com/office/drawing/2014/main" id="{91850A69-7E4D-B642-37B9-8A2548350083}"/>
                </a:ext>
              </a:extLst>
            </p:cNvPr>
            <p:cNvSpPr/>
            <p:nvPr/>
          </p:nvSpPr>
          <p:spPr>
            <a:xfrm>
              <a:off x="8828754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1343;p48">
              <a:extLst>
                <a:ext uri="{FF2B5EF4-FFF2-40B4-BE49-F238E27FC236}">
                  <a16:creationId xmlns:a16="http://schemas.microsoft.com/office/drawing/2014/main" id="{549FC530-41DA-F692-50F4-98125FEEB460}"/>
                </a:ext>
              </a:extLst>
            </p:cNvPr>
            <p:cNvSpPr/>
            <p:nvPr/>
          </p:nvSpPr>
          <p:spPr>
            <a:xfrm>
              <a:off x="8706181" y="5930607"/>
              <a:ext cx="230803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1344;p48">
              <a:extLst>
                <a:ext uri="{FF2B5EF4-FFF2-40B4-BE49-F238E27FC236}">
                  <a16:creationId xmlns:a16="http://schemas.microsoft.com/office/drawing/2014/main" id="{A96E95A7-D816-D3D3-2446-F9D81155071E}"/>
                </a:ext>
              </a:extLst>
            </p:cNvPr>
            <p:cNvSpPr/>
            <p:nvPr/>
          </p:nvSpPr>
          <p:spPr>
            <a:xfrm>
              <a:off x="8460817" y="5930607"/>
              <a:ext cx="230586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1345;p48">
            <a:extLst>
              <a:ext uri="{FF2B5EF4-FFF2-40B4-BE49-F238E27FC236}">
                <a16:creationId xmlns:a16="http://schemas.microsoft.com/office/drawing/2014/main" id="{D584DA7F-3A99-EBA1-BA98-323422D1462C}"/>
              </a:ext>
            </a:extLst>
          </p:cNvPr>
          <p:cNvGrpSpPr/>
          <p:nvPr/>
        </p:nvGrpSpPr>
        <p:grpSpPr>
          <a:xfrm>
            <a:off x="4615741" y="4189474"/>
            <a:ext cx="1002618" cy="237026"/>
            <a:chOff x="3042485" y="5594633"/>
            <a:chExt cx="2159652" cy="510557"/>
          </a:xfrm>
        </p:grpSpPr>
        <p:sp>
          <p:nvSpPr>
            <p:cNvPr id="367" name="Google Shape;1346;p48">
              <a:extLst>
                <a:ext uri="{FF2B5EF4-FFF2-40B4-BE49-F238E27FC236}">
                  <a16:creationId xmlns:a16="http://schemas.microsoft.com/office/drawing/2014/main" id="{3B112C90-D175-13D1-512C-909CAB3F3385}"/>
                </a:ext>
              </a:extLst>
            </p:cNvPr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1347;p48">
              <a:extLst>
                <a:ext uri="{FF2B5EF4-FFF2-40B4-BE49-F238E27FC236}">
                  <a16:creationId xmlns:a16="http://schemas.microsoft.com/office/drawing/2014/main" id="{E6D0F4C4-3207-DDBF-ADE2-3CD409BB0B21}"/>
                </a:ext>
              </a:extLst>
            </p:cNvPr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1348;p48">
              <a:extLst>
                <a:ext uri="{FF2B5EF4-FFF2-40B4-BE49-F238E27FC236}">
                  <a16:creationId xmlns:a16="http://schemas.microsoft.com/office/drawing/2014/main" id="{A0296A51-353F-55D3-74CA-A21520B9541B}"/>
                </a:ext>
              </a:extLst>
            </p:cNvPr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1349;p48">
              <a:extLst>
                <a:ext uri="{FF2B5EF4-FFF2-40B4-BE49-F238E27FC236}">
                  <a16:creationId xmlns:a16="http://schemas.microsoft.com/office/drawing/2014/main" id="{0C6AF4D6-E4BD-9680-3534-9AF66C1B3E12}"/>
                </a:ext>
              </a:extLst>
            </p:cNvPr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1350;p48">
              <a:extLst>
                <a:ext uri="{FF2B5EF4-FFF2-40B4-BE49-F238E27FC236}">
                  <a16:creationId xmlns:a16="http://schemas.microsoft.com/office/drawing/2014/main" id="{62253CC2-EBEF-58EC-47E7-180DAA5E8EE6}"/>
                </a:ext>
              </a:extLst>
            </p:cNvPr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1351;p48">
              <a:extLst>
                <a:ext uri="{FF2B5EF4-FFF2-40B4-BE49-F238E27FC236}">
                  <a16:creationId xmlns:a16="http://schemas.microsoft.com/office/drawing/2014/main" id="{D54E3A5B-CE7D-833F-2D46-2835F1EBA416}"/>
                </a:ext>
              </a:extLst>
            </p:cNvPr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1352;p48">
              <a:extLst>
                <a:ext uri="{FF2B5EF4-FFF2-40B4-BE49-F238E27FC236}">
                  <a16:creationId xmlns:a16="http://schemas.microsoft.com/office/drawing/2014/main" id="{1AF8585A-352E-E5F6-8DA4-0BD085D2BF5F}"/>
                </a:ext>
              </a:extLst>
            </p:cNvPr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1353;p48">
              <a:extLst>
                <a:ext uri="{FF2B5EF4-FFF2-40B4-BE49-F238E27FC236}">
                  <a16:creationId xmlns:a16="http://schemas.microsoft.com/office/drawing/2014/main" id="{E760F198-2476-F2D1-F337-B1787549202F}"/>
                </a:ext>
              </a:extLst>
            </p:cNvPr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1354;p48">
              <a:extLst>
                <a:ext uri="{FF2B5EF4-FFF2-40B4-BE49-F238E27FC236}">
                  <a16:creationId xmlns:a16="http://schemas.microsoft.com/office/drawing/2014/main" id="{EA0114E4-8506-9266-0527-EAAAA2AB2E4A}"/>
                </a:ext>
              </a:extLst>
            </p:cNvPr>
            <p:cNvSpPr/>
            <p:nvPr/>
          </p:nvSpPr>
          <p:spPr>
            <a:xfrm>
              <a:off x="3210195" y="5762654"/>
              <a:ext cx="174555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1355;p48">
              <a:extLst>
                <a:ext uri="{FF2B5EF4-FFF2-40B4-BE49-F238E27FC236}">
                  <a16:creationId xmlns:a16="http://schemas.microsoft.com/office/drawing/2014/main" id="{F1CFD6C5-D145-CEDE-33F3-9F956298F93D}"/>
                </a:ext>
              </a:extLst>
            </p:cNvPr>
            <p:cNvSpPr/>
            <p:nvPr/>
          </p:nvSpPr>
          <p:spPr>
            <a:xfrm>
              <a:off x="3485252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1356;p48">
              <a:extLst>
                <a:ext uri="{FF2B5EF4-FFF2-40B4-BE49-F238E27FC236}">
                  <a16:creationId xmlns:a16="http://schemas.microsoft.com/office/drawing/2014/main" id="{F464E11B-3FFC-5953-2CF9-5123F9B5065D}"/>
                </a:ext>
              </a:extLst>
            </p:cNvPr>
            <p:cNvSpPr/>
            <p:nvPr/>
          </p:nvSpPr>
          <p:spPr>
            <a:xfrm>
              <a:off x="3760620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1357;p48">
              <a:extLst>
                <a:ext uri="{FF2B5EF4-FFF2-40B4-BE49-F238E27FC236}">
                  <a16:creationId xmlns:a16="http://schemas.microsoft.com/office/drawing/2014/main" id="{7C5D147B-D357-1BF5-117F-78A5B7990380}"/>
                </a:ext>
              </a:extLst>
            </p:cNvPr>
            <p:cNvSpPr/>
            <p:nvPr/>
          </p:nvSpPr>
          <p:spPr>
            <a:xfrm>
              <a:off x="4035365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1358;p48">
              <a:extLst>
                <a:ext uri="{FF2B5EF4-FFF2-40B4-BE49-F238E27FC236}">
                  <a16:creationId xmlns:a16="http://schemas.microsoft.com/office/drawing/2014/main" id="{B40269C9-BAAD-D63D-EC6D-73F469D5ED15}"/>
                </a:ext>
              </a:extLst>
            </p:cNvPr>
            <p:cNvSpPr/>
            <p:nvPr/>
          </p:nvSpPr>
          <p:spPr>
            <a:xfrm>
              <a:off x="4310111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1359;p48">
              <a:extLst>
                <a:ext uri="{FF2B5EF4-FFF2-40B4-BE49-F238E27FC236}">
                  <a16:creationId xmlns:a16="http://schemas.microsoft.com/office/drawing/2014/main" id="{7D33B07A-FE4D-EC21-91A2-328F1AA9FAA6}"/>
                </a:ext>
              </a:extLst>
            </p:cNvPr>
            <p:cNvSpPr/>
            <p:nvPr/>
          </p:nvSpPr>
          <p:spPr>
            <a:xfrm>
              <a:off x="4585167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1360;p48">
              <a:extLst>
                <a:ext uri="{FF2B5EF4-FFF2-40B4-BE49-F238E27FC236}">
                  <a16:creationId xmlns:a16="http://schemas.microsoft.com/office/drawing/2014/main" id="{00BEDF45-D6A8-27A1-0201-639BD3B9B4C7}"/>
                </a:ext>
              </a:extLst>
            </p:cNvPr>
            <p:cNvSpPr/>
            <p:nvPr/>
          </p:nvSpPr>
          <p:spPr>
            <a:xfrm>
              <a:off x="4859913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2" name="Google Shape;1361;p48">
            <a:extLst>
              <a:ext uri="{FF2B5EF4-FFF2-40B4-BE49-F238E27FC236}">
                <a16:creationId xmlns:a16="http://schemas.microsoft.com/office/drawing/2014/main" id="{9D6E15B8-E04C-A55A-B06E-761CD7026D25}"/>
              </a:ext>
            </a:extLst>
          </p:cNvPr>
          <p:cNvGrpSpPr/>
          <p:nvPr/>
        </p:nvGrpSpPr>
        <p:grpSpPr>
          <a:xfrm>
            <a:off x="4017909" y="4672129"/>
            <a:ext cx="334304" cy="332213"/>
            <a:chOff x="1442627" y="5710929"/>
            <a:chExt cx="594318" cy="590600"/>
          </a:xfrm>
        </p:grpSpPr>
        <p:sp>
          <p:nvSpPr>
            <p:cNvPr id="383" name="Google Shape;1362;p48">
              <a:extLst>
                <a:ext uri="{FF2B5EF4-FFF2-40B4-BE49-F238E27FC236}">
                  <a16:creationId xmlns:a16="http://schemas.microsoft.com/office/drawing/2014/main" id="{4CEE9371-CFDA-42C8-31DD-1D5CB827B29D}"/>
                </a:ext>
              </a:extLst>
            </p:cNvPr>
            <p:cNvSpPr/>
            <p:nvPr/>
          </p:nvSpPr>
          <p:spPr>
            <a:xfrm>
              <a:off x="1442627" y="5710929"/>
              <a:ext cx="594318" cy="405222"/>
            </a:xfrm>
            <a:custGeom>
              <a:avLst/>
              <a:gdLst/>
              <a:ahLst/>
              <a:cxnLst/>
              <a:rect l="l" t="t" r="r" b="b"/>
              <a:pathLst>
                <a:path w="734" h="500" extrusionOk="0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1363;p48">
              <a:extLst>
                <a:ext uri="{FF2B5EF4-FFF2-40B4-BE49-F238E27FC236}">
                  <a16:creationId xmlns:a16="http://schemas.microsoft.com/office/drawing/2014/main" id="{75BA3F55-1571-46FB-8A0E-98A1C1C537CE}"/>
                </a:ext>
              </a:extLst>
            </p:cNvPr>
            <p:cNvSpPr/>
            <p:nvPr/>
          </p:nvSpPr>
          <p:spPr>
            <a:xfrm>
              <a:off x="1442627" y="6116151"/>
              <a:ext cx="349820" cy="97191"/>
            </a:xfrm>
            <a:custGeom>
              <a:avLst/>
              <a:gdLst/>
              <a:ahLst/>
              <a:cxnLst/>
              <a:rect l="l" t="t" r="r" b="b"/>
              <a:pathLst>
                <a:path w="1126" h="313" extrusionOk="0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1364;p48">
              <a:extLst>
                <a:ext uri="{FF2B5EF4-FFF2-40B4-BE49-F238E27FC236}">
                  <a16:creationId xmlns:a16="http://schemas.microsoft.com/office/drawing/2014/main" id="{90DA2E7F-6B8C-2EED-7682-437A63615EE4}"/>
                </a:ext>
              </a:extLst>
            </p:cNvPr>
            <p:cNvSpPr/>
            <p:nvPr/>
          </p:nvSpPr>
          <p:spPr>
            <a:xfrm>
              <a:off x="1573731" y="6152482"/>
              <a:ext cx="218715" cy="60861"/>
            </a:xfrm>
            <a:custGeom>
              <a:avLst/>
              <a:gdLst/>
              <a:ahLst/>
              <a:cxnLst/>
              <a:rect l="l" t="t" r="r" b="b"/>
              <a:pathLst>
                <a:path w="704" h="196" extrusionOk="0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1365;p48">
              <a:extLst>
                <a:ext uri="{FF2B5EF4-FFF2-40B4-BE49-F238E27FC236}">
                  <a16:creationId xmlns:a16="http://schemas.microsoft.com/office/drawing/2014/main" id="{2DFDD1C4-DC2A-9089-7318-C29164A8916A}"/>
                </a:ext>
              </a:extLst>
            </p:cNvPr>
            <p:cNvSpPr/>
            <p:nvPr/>
          </p:nvSpPr>
          <p:spPr>
            <a:xfrm>
              <a:off x="1573731" y="6213343"/>
              <a:ext cx="109358" cy="88186"/>
            </a:xfrm>
            <a:custGeom>
              <a:avLst/>
              <a:gdLst/>
              <a:ahLst/>
              <a:cxnLst/>
              <a:rect l="l" t="t" r="r" b="b"/>
              <a:pathLst>
                <a:path w="352" h="284" extrusionOk="0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1366;p48">
            <a:extLst>
              <a:ext uri="{FF2B5EF4-FFF2-40B4-BE49-F238E27FC236}">
                <a16:creationId xmlns:a16="http://schemas.microsoft.com/office/drawing/2014/main" id="{BAE1D849-885A-65C8-6548-C6AFF4024C85}"/>
              </a:ext>
            </a:extLst>
          </p:cNvPr>
          <p:cNvGrpSpPr/>
          <p:nvPr/>
        </p:nvGrpSpPr>
        <p:grpSpPr>
          <a:xfrm>
            <a:off x="7699547" y="4671065"/>
            <a:ext cx="279790" cy="334343"/>
            <a:chOff x="8095060" y="5664590"/>
            <a:chExt cx="497404" cy="594389"/>
          </a:xfrm>
        </p:grpSpPr>
        <p:grpSp>
          <p:nvGrpSpPr>
            <p:cNvPr id="388" name="Google Shape;1367;p48">
              <a:extLst>
                <a:ext uri="{FF2B5EF4-FFF2-40B4-BE49-F238E27FC236}">
                  <a16:creationId xmlns:a16="http://schemas.microsoft.com/office/drawing/2014/main" id="{D31849C4-EEB7-89B8-11FE-F7FEF7B673BC}"/>
                </a:ext>
              </a:extLst>
            </p:cNvPr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401" name="Google Shape;1368;p48">
                <a:extLst>
                  <a:ext uri="{FF2B5EF4-FFF2-40B4-BE49-F238E27FC236}">
                    <a16:creationId xmlns:a16="http://schemas.microsoft.com/office/drawing/2014/main" id="{861450FC-1EBC-DFC4-4ABF-FB5803709CAC}"/>
                  </a:ext>
                </a:extLst>
              </p:cNvPr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1369;p48">
                <a:extLst>
                  <a:ext uri="{FF2B5EF4-FFF2-40B4-BE49-F238E27FC236}">
                    <a16:creationId xmlns:a16="http://schemas.microsoft.com/office/drawing/2014/main" id="{C7D4CF7B-7104-4033-345C-9EB5BC624487}"/>
                  </a:ext>
                </a:extLst>
              </p:cNvPr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1370;p48">
                <a:extLst>
                  <a:ext uri="{FF2B5EF4-FFF2-40B4-BE49-F238E27FC236}">
                    <a16:creationId xmlns:a16="http://schemas.microsoft.com/office/drawing/2014/main" id="{04C29EB0-065C-4BAC-7798-FE6C97EE7BED}"/>
                  </a:ext>
                </a:extLst>
              </p:cNvPr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9" name="Google Shape;1371;p48">
              <a:extLst>
                <a:ext uri="{FF2B5EF4-FFF2-40B4-BE49-F238E27FC236}">
                  <a16:creationId xmlns:a16="http://schemas.microsoft.com/office/drawing/2014/main" id="{8B5B5962-EDD2-5671-DA87-65E807BF0383}"/>
                </a:ext>
              </a:extLst>
            </p:cNvPr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398" name="Google Shape;1372;p48">
                <a:extLst>
                  <a:ext uri="{FF2B5EF4-FFF2-40B4-BE49-F238E27FC236}">
                    <a16:creationId xmlns:a16="http://schemas.microsoft.com/office/drawing/2014/main" id="{6ECBF1BE-8D60-8681-F9B9-190CA5F632C9}"/>
                  </a:ext>
                </a:extLst>
              </p:cNvPr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1373;p48">
                <a:extLst>
                  <a:ext uri="{FF2B5EF4-FFF2-40B4-BE49-F238E27FC236}">
                    <a16:creationId xmlns:a16="http://schemas.microsoft.com/office/drawing/2014/main" id="{3B7684D3-2A64-F7DE-3640-BBFAC6D1BF2D}"/>
                  </a:ext>
                </a:extLst>
              </p:cNvPr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1374;p48">
                <a:extLst>
                  <a:ext uri="{FF2B5EF4-FFF2-40B4-BE49-F238E27FC236}">
                    <a16:creationId xmlns:a16="http://schemas.microsoft.com/office/drawing/2014/main" id="{78E56C8F-0168-81A6-A401-1C3B0657486E}"/>
                  </a:ext>
                </a:extLst>
              </p:cNvPr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1375;p48">
              <a:extLst>
                <a:ext uri="{FF2B5EF4-FFF2-40B4-BE49-F238E27FC236}">
                  <a16:creationId xmlns:a16="http://schemas.microsoft.com/office/drawing/2014/main" id="{EB0DFD81-6DE6-3C57-39E8-E2AAC7A97505}"/>
                </a:ext>
              </a:extLst>
            </p:cNvPr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395" name="Google Shape;1376;p48">
                <a:extLst>
                  <a:ext uri="{FF2B5EF4-FFF2-40B4-BE49-F238E27FC236}">
                    <a16:creationId xmlns:a16="http://schemas.microsoft.com/office/drawing/2014/main" id="{9D971115-828D-822E-B440-3EC5DD79CDD5}"/>
                  </a:ext>
                </a:extLst>
              </p:cNvPr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1377;p48">
                <a:extLst>
                  <a:ext uri="{FF2B5EF4-FFF2-40B4-BE49-F238E27FC236}">
                    <a16:creationId xmlns:a16="http://schemas.microsoft.com/office/drawing/2014/main" id="{55886511-FE87-0703-03F1-C2DAAC7D27A0}"/>
                  </a:ext>
                </a:extLst>
              </p:cNvPr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1378;p48">
                <a:extLst>
                  <a:ext uri="{FF2B5EF4-FFF2-40B4-BE49-F238E27FC236}">
                    <a16:creationId xmlns:a16="http://schemas.microsoft.com/office/drawing/2014/main" id="{1BAE32EA-2AF7-3B91-F93D-9CCA5F4B9CD4}"/>
                  </a:ext>
                </a:extLst>
              </p:cNvPr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1" name="Google Shape;1379;p48">
              <a:extLst>
                <a:ext uri="{FF2B5EF4-FFF2-40B4-BE49-F238E27FC236}">
                  <a16:creationId xmlns:a16="http://schemas.microsoft.com/office/drawing/2014/main" id="{7E206696-0FAC-FE92-E5AB-DD17E7B67D13}"/>
                </a:ext>
              </a:extLst>
            </p:cNvPr>
            <p:cNvGrpSpPr/>
            <p:nvPr/>
          </p:nvGrpSpPr>
          <p:grpSpPr>
            <a:xfrm>
              <a:off x="8095060" y="5664590"/>
              <a:ext cx="497404" cy="290164"/>
              <a:chOff x="8095060" y="5664590"/>
              <a:chExt cx="497404" cy="290164"/>
            </a:xfrm>
          </p:grpSpPr>
          <p:sp>
            <p:nvSpPr>
              <p:cNvPr id="392" name="Google Shape;1380;p48">
                <a:extLst>
                  <a:ext uri="{FF2B5EF4-FFF2-40B4-BE49-F238E27FC236}">
                    <a16:creationId xmlns:a16="http://schemas.microsoft.com/office/drawing/2014/main" id="{614CB97A-9C0B-E782-0663-8B3C6CF28E54}"/>
                  </a:ext>
                </a:extLst>
              </p:cNvPr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1381;p48">
                <a:extLst>
                  <a:ext uri="{FF2B5EF4-FFF2-40B4-BE49-F238E27FC236}">
                    <a16:creationId xmlns:a16="http://schemas.microsoft.com/office/drawing/2014/main" id="{3F652457-9F7E-B0EF-E481-0E3729BD5001}"/>
                  </a:ext>
                </a:extLst>
              </p:cNvPr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1382;p48">
                <a:extLst>
                  <a:ext uri="{FF2B5EF4-FFF2-40B4-BE49-F238E27FC236}">
                    <a16:creationId xmlns:a16="http://schemas.microsoft.com/office/drawing/2014/main" id="{98E116CE-26C5-1AEB-312B-28660310B149}"/>
                  </a:ext>
                </a:extLst>
              </p:cNvPr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4" name="Google Shape;1383;p48">
            <a:extLst>
              <a:ext uri="{FF2B5EF4-FFF2-40B4-BE49-F238E27FC236}">
                <a16:creationId xmlns:a16="http://schemas.microsoft.com/office/drawing/2014/main" id="{22F74907-F8EC-E17E-EA1B-2A2D9AC0D3C8}"/>
              </a:ext>
            </a:extLst>
          </p:cNvPr>
          <p:cNvGrpSpPr/>
          <p:nvPr/>
        </p:nvGrpSpPr>
        <p:grpSpPr>
          <a:xfrm>
            <a:off x="4761640" y="4671085"/>
            <a:ext cx="417872" cy="334301"/>
            <a:chOff x="4607809" y="5664627"/>
            <a:chExt cx="742883" cy="594312"/>
          </a:xfrm>
        </p:grpSpPr>
        <p:sp>
          <p:nvSpPr>
            <p:cNvPr id="405" name="Google Shape;1384;p48">
              <a:extLst>
                <a:ext uri="{FF2B5EF4-FFF2-40B4-BE49-F238E27FC236}">
                  <a16:creationId xmlns:a16="http://schemas.microsoft.com/office/drawing/2014/main" id="{C745AE7D-CC87-E145-23FD-5FE75FCDC237}"/>
                </a:ext>
              </a:extLst>
            </p:cNvPr>
            <p:cNvSpPr/>
            <p:nvPr/>
          </p:nvSpPr>
          <p:spPr>
            <a:xfrm>
              <a:off x="4607809" y="5824234"/>
              <a:ext cx="185166" cy="401151"/>
            </a:xfrm>
            <a:custGeom>
              <a:avLst/>
              <a:gdLst/>
              <a:ahLst/>
              <a:cxnLst/>
              <a:rect l="l" t="t" r="r" b="b"/>
              <a:pathLst>
                <a:path w="1083" h="2355" extrusionOk="0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1385;p48">
              <a:extLst>
                <a:ext uri="{FF2B5EF4-FFF2-40B4-BE49-F238E27FC236}">
                  <a16:creationId xmlns:a16="http://schemas.microsoft.com/office/drawing/2014/main" id="{C32EFFBD-24A5-5CEF-2622-6A15DA85DE7E}"/>
                </a:ext>
              </a:extLst>
            </p:cNvPr>
            <p:cNvSpPr/>
            <p:nvPr/>
          </p:nvSpPr>
          <p:spPr>
            <a:xfrm>
              <a:off x="4792974" y="5771259"/>
              <a:ext cx="185850" cy="454126"/>
            </a:xfrm>
            <a:custGeom>
              <a:avLst/>
              <a:gdLst/>
              <a:ahLst/>
              <a:cxnLst/>
              <a:rect l="l" t="t" r="r" b="b"/>
              <a:pathLst>
                <a:path w="1087" h="2666" extrusionOk="0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1386;p48">
              <a:extLst>
                <a:ext uri="{FF2B5EF4-FFF2-40B4-BE49-F238E27FC236}">
                  <a16:creationId xmlns:a16="http://schemas.microsoft.com/office/drawing/2014/main" id="{44DBAEB7-9700-9B23-C778-D6E31834EC64}"/>
                </a:ext>
              </a:extLst>
            </p:cNvPr>
            <p:cNvSpPr/>
            <p:nvPr/>
          </p:nvSpPr>
          <p:spPr>
            <a:xfrm>
              <a:off x="4978822" y="5717602"/>
              <a:ext cx="185679" cy="507784"/>
            </a:xfrm>
            <a:custGeom>
              <a:avLst/>
              <a:gdLst/>
              <a:ahLst/>
              <a:cxnLst/>
              <a:rect l="l" t="t" r="r" b="b"/>
              <a:pathLst>
                <a:path w="1086" h="2981" extrusionOk="0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1387;p48">
              <a:extLst>
                <a:ext uri="{FF2B5EF4-FFF2-40B4-BE49-F238E27FC236}">
                  <a16:creationId xmlns:a16="http://schemas.microsoft.com/office/drawing/2014/main" id="{43AE2194-50DD-2A52-3D30-C2EED870AE58}"/>
                </a:ext>
              </a:extLst>
            </p:cNvPr>
            <p:cNvSpPr/>
            <p:nvPr/>
          </p:nvSpPr>
          <p:spPr>
            <a:xfrm>
              <a:off x="5164499" y="5664627"/>
              <a:ext cx="185166" cy="560759"/>
            </a:xfrm>
            <a:custGeom>
              <a:avLst/>
              <a:gdLst/>
              <a:ahLst/>
              <a:cxnLst/>
              <a:rect l="l" t="t" r="r" b="b"/>
              <a:pathLst>
                <a:path w="1083" h="3292" extrusionOk="0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1388;p48">
              <a:extLst>
                <a:ext uri="{FF2B5EF4-FFF2-40B4-BE49-F238E27FC236}">
                  <a16:creationId xmlns:a16="http://schemas.microsoft.com/office/drawing/2014/main" id="{56EBCB8B-771A-BABF-4B0C-CBE25155B5B6}"/>
                </a:ext>
              </a:extLst>
            </p:cNvPr>
            <p:cNvSpPr/>
            <p:nvPr/>
          </p:nvSpPr>
          <p:spPr>
            <a:xfrm>
              <a:off x="4607809" y="6225382"/>
              <a:ext cx="237484" cy="33556"/>
            </a:xfrm>
            <a:custGeom>
              <a:avLst/>
              <a:gdLst/>
              <a:ahLst/>
              <a:cxnLst/>
              <a:rect l="l" t="t" r="r" b="b"/>
              <a:pathLst>
                <a:path w="1389" h="197" extrusionOk="0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1389;p48">
              <a:extLst>
                <a:ext uri="{FF2B5EF4-FFF2-40B4-BE49-F238E27FC236}">
                  <a16:creationId xmlns:a16="http://schemas.microsoft.com/office/drawing/2014/main" id="{19CA242F-390B-5522-843E-F3A6B0B4CF00}"/>
                </a:ext>
              </a:extLst>
            </p:cNvPr>
            <p:cNvSpPr/>
            <p:nvPr/>
          </p:nvSpPr>
          <p:spPr>
            <a:xfrm>
              <a:off x="4792974" y="6225382"/>
              <a:ext cx="185850" cy="33556"/>
            </a:xfrm>
            <a:custGeom>
              <a:avLst/>
              <a:gdLst/>
              <a:ahLst/>
              <a:cxnLst/>
              <a:rect l="l" t="t" r="r" b="b"/>
              <a:pathLst>
                <a:path w="1087" h="197" extrusionOk="0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1390;p48">
              <a:extLst>
                <a:ext uri="{FF2B5EF4-FFF2-40B4-BE49-F238E27FC236}">
                  <a16:creationId xmlns:a16="http://schemas.microsoft.com/office/drawing/2014/main" id="{E6312C23-3704-F192-694B-819C34AA7F0F}"/>
                </a:ext>
              </a:extLst>
            </p:cNvPr>
            <p:cNvSpPr/>
            <p:nvPr/>
          </p:nvSpPr>
          <p:spPr>
            <a:xfrm>
              <a:off x="5112694" y="6225382"/>
              <a:ext cx="237997" cy="33556"/>
            </a:xfrm>
            <a:custGeom>
              <a:avLst/>
              <a:gdLst/>
              <a:ahLst/>
              <a:cxnLst/>
              <a:rect l="l" t="t" r="r" b="b"/>
              <a:pathLst>
                <a:path w="1392" h="197" extrusionOk="0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1391;p48">
              <a:extLst>
                <a:ext uri="{FF2B5EF4-FFF2-40B4-BE49-F238E27FC236}">
                  <a16:creationId xmlns:a16="http://schemas.microsoft.com/office/drawing/2014/main" id="{E78C1FE6-C3F1-BADD-58E4-D7D5D7C248F8}"/>
                </a:ext>
              </a:extLst>
            </p:cNvPr>
            <p:cNvSpPr/>
            <p:nvPr/>
          </p:nvSpPr>
          <p:spPr>
            <a:xfrm>
              <a:off x="4978822" y="6225382"/>
              <a:ext cx="186192" cy="33556"/>
            </a:xfrm>
            <a:custGeom>
              <a:avLst/>
              <a:gdLst/>
              <a:ahLst/>
              <a:cxnLst/>
              <a:rect l="l" t="t" r="r" b="b"/>
              <a:pathLst>
                <a:path w="1089" h="197" extrusionOk="0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" name="Google Shape;1392;p48">
            <a:extLst>
              <a:ext uri="{FF2B5EF4-FFF2-40B4-BE49-F238E27FC236}">
                <a16:creationId xmlns:a16="http://schemas.microsoft.com/office/drawing/2014/main" id="{F723CDA2-87C8-CF48-FC54-AE0880C415C1}"/>
              </a:ext>
            </a:extLst>
          </p:cNvPr>
          <p:cNvGrpSpPr/>
          <p:nvPr/>
        </p:nvGrpSpPr>
        <p:grpSpPr>
          <a:xfrm>
            <a:off x="5588943" y="4671128"/>
            <a:ext cx="809899" cy="334215"/>
            <a:chOff x="2571250" y="5664711"/>
            <a:chExt cx="1439820" cy="594160"/>
          </a:xfrm>
        </p:grpSpPr>
        <p:sp>
          <p:nvSpPr>
            <p:cNvPr id="414" name="Google Shape;1393;p48">
              <a:extLst>
                <a:ext uri="{FF2B5EF4-FFF2-40B4-BE49-F238E27FC236}">
                  <a16:creationId xmlns:a16="http://schemas.microsoft.com/office/drawing/2014/main" id="{2BE7E938-8780-9F39-7755-BCA594D3A09B}"/>
                </a:ext>
              </a:extLst>
            </p:cNvPr>
            <p:cNvSpPr/>
            <p:nvPr/>
          </p:nvSpPr>
          <p:spPr>
            <a:xfrm>
              <a:off x="275148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1394;p48">
              <a:extLst>
                <a:ext uri="{FF2B5EF4-FFF2-40B4-BE49-F238E27FC236}">
                  <a16:creationId xmlns:a16="http://schemas.microsoft.com/office/drawing/2014/main" id="{B5D673AE-08A1-7F7C-F202-4566D4C4E067}"/>
                </a:ext>
              </a:extLst>
            </p:cNvPr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1395;p48">
              <a:extLst>
                <a:ext uri="{FF2B5EF4-FFF2-40B4-BE49-F238E27FC236}">
                  <a16:creationId xmlns:a16="http://schemas.microsoft.com/office/drawing/2014/main" id="{69219FB9-29F9-C404-37AD-190EF5A10B3F}"/>
                </a:ext>
              </a:extLst>
            </p:cNvPr>
            <p:cNvSpPr/>
            <p:nvPr/>
          </p:nvSpPr>
          <p:spPr>
            <a:xfrm>
              <a:off x="2930895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1396;p48">
              <a:extLst>
                <a:ext uri="{FF2B5EF4-FFF2-40B4-BE49-F238E27FC236}">
                  <a16:creationId xmlns:a16="http://schemas.microsoft.com/office/drawing/2014/main" id="{2A555F4D-B6E7-C7A0-760B-D74827CCA674}"/>
                </a:ext>
              </a:extLst>
            </p:cNvPr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1397;p48">
              <a:extLst>
                <a:ext uri="{FF2B5EF4-FFF2-40B4-BE49-F238E27FC236}">
                  <a16:creationId xmlns:a16="http://schemas.microsoft.com/office/drawing/2014/main" id="{F937AF00-FF89-E920-5CC4-C76F43283789}"/>
                </a:ext>
              </a:extLst>
            </p:cNvPr>
            <p:cNvSpPr/>
            <p:nvPr/>
          </p:nvSpPr>
          <p:spPr>
            <a:xfrm>
              <a:off x="3111130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1398;p48">
              <a:extLst>
                <a:ext uri="{FF2B5EF4-FFF2-40B4-BE49-F238E27FC236}">
                  <a16:creationId xmlns:a16="http://schemas.microsoft.com/office/drawing/2014/main" id="{7ED4B7E0-A308-2F99-A298-38D74A9044B2}"/>
                </a:ext>
              </a:extLst>
            </p:cNvPr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1399;p48">
              <a:extLst>
                <a:ext uri="{FF2B5EF4-FFF2-40B4-BE49-F238E27FC236}">
                  <a16:creationId xmlns:a16="http://schemas.microsoft.com/office/drawing/2014/main" id="{9C75E5FE-E9C0-9C7C-A32A-90FA9423A0C5}"/>
                </a:ext>
              </a:extLst>
            </p:cNvPr>
            <p:cNvSpPr/>
            <p:nvPr/>
          </p:nvSpPr>
          <p:spPr>
            <a:xfrm>
              <a:off x="3291159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1400;p48">
              <a:extLst>
                <a:ext uri="{FF2B5EF4-FFF2-40B4-BE49-F238E27FC236}">
                  <a16:creationId xmlns:a16="http://schemas.microsoft.com/office/drawing/2014/main" id="{4575062C-A456-C353-6B15-3B61265567B4}"/>
                </a:ext>
              </a:extLst>
            </p:cNvPr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1401;p48">
              <a:extLst>
                <a:ext uri="{FF2B5EF4-FFF2-40B4-BE49-F238E27FC236}">
                  <a16:creationId xmlns:a16="http://schemas.microsoft.com/office/drawing/2014/main" id="{4341650B-9EA3-B605-CACA-8A0988128E80}"/>
                </a:ext>
              </a:extLst>
            </p:cNvPr>
            <p:cNvSpPr/>
            <p:nvPr/>
          </p:nvSpPr>
          <p:spPr>
            <a:xfrm>
              <a:off x="3471189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1402;p48">
              <a:extLst>
                <a:ext uri="{FF2B5EF4-FFF2-40B4-BE49-F238E27FC236}">
                  <a16:creationId xmlns:a16="http://schemas.microsoft.com/office/drawing/2014/main" id="{7180B2DB-8234-5FB6-8C64-C5F87F0F8A4A}"/>
                </a:ext>
              </a:extLst>
            </p:cNvPr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1403;p48">
              <a:extLst>
                <a:ext uri="{FF2B5EF4-FFF2-40B4-BE49-F238E27FC236}">
                  <a16:creationId xmlns:a16="http://schemas.microsoft.com/office/drawing/2014/main" id="{C2274CFD-D106-34C4-0DF6-8BB02688B043}"/>
                </a:ext>
              </a:extLst>
            </p:cNvPr>
            <p:cNvSpPr/>
            <p:nvPr/>
          </p:nvSpPr>
          <p:spPr>
            <a:xfrm>
              <a:off x="365142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1404;p48">
              <a:extLst>
                <a:ext uri="{FF2B5EF4-FFF2-40B4-BE49-F238E27FC236}">
                  <a16:creationId xmlns:a16="http://schemas.microsoft.com/office/drawing/2014/main" id="{EDEB9918-5712-71F5-269B-DF1D67E7E3D4}"/>
                </a:ext>
              </a:extLst>
            </p:cNvPr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1405;p48">
              <a:extLst>
                <a:ext uri="{FF2B5EF4-FFF2-40B4-BE49-F238E27FC236}">
                  <a16:creationId xmlns:a16="http://schemas.microsoft.com/office/drawing/2014/main" id="{D8689938-BF81-5324-C575-B3F01A39AB04}"/>
                </a:ext>
              </a:extLst>
            </p:cNvPr>
            <p:cNvSpPr/>
            <p:nvPr/>
          </p:nvSpPr>
          <p:spPr>
            <a:xfrm>
              <a:off x="3830834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1406;p48">
              <a:extLst>
                <a:ext uri="{FF2B5EF4-FFF2-40B4-BE49-F238E27FC236}">
                  <a16:creationId xmlns:a16="http://schemas.microsoft.com/office/drawing/2014/main" id="{70C2E511-91FE-5B5E-E107-4ABF4F43AAEC}"/>
                </a:ext>
              </a:extLst>
            </p:cNvPr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1407;p48">
              <a:extLst>
                <a:ext uri="{FF2B5EF4-FFF2-40B4-BE49-F238E27FC236}">
                  <a16:creationId xmlns:a16="http://schemas.microsoft.com/office/drawing/2014/main" id="{F827B3EE-362C-2A5B-917B-A321AF2E58C7}"/>
                </a:ext>
              </a:extLst>
            </p:cNvPr>
            <p:cNvSpPr/>
            <p:nvPr/>
          </p:nvSpPr>
          <p:spPr>
            <a:xfrm>
              <a:off x="2571250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1408;p48">
              <a:extLst>
                <a:ext uri="{FF2B5EF4-FFF2-40B4-BE49-F238E27FC236}">
                  <a16:creationId xmlns:a16="http://schemas.microsoft.com/office/drawing/2014/main" id="{796A9276-A74E-9D7D-9C8E-8A30357AC27E}"/>
                </a:ext>
              </a:extLst>
            </p:cNvPr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1409;p48">
              <a:extLst>
                <a:ext uri="{FF2B5EF4-FFF2-40B4-BE49-F238E27FC236}">
                  <a16:creationId xmlns:a16="http://schemas.microsoft.com/office/drawing/2014/main" id="{5D24E096-5EB8-9ABA-2762-DF7E084876F2}"/>
                </a:ext>
              </a:extLst>
            </p:cNvPr>
            <p:cNvSpPr/>
            <p:nvPr/>
          </p:nvSpPr>
          <p:spPr>
            <a:xfrm>
              <a:off x="2571250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1410;p48">
              <a:extLst>
                <a:ext uri="{FF2B5EF4-FFF2-40B4-BE49-F238E27FC236}">
                  <a16:creationId xmlns:a16="http://schemas.microsoft.com/office/drawing/2014/main" id="{AD80B590-8349-B782-BA05-B028D48DFB5A}"/>
                </a:ext>
              </a:extLst>
            </p:cNvPr>
            <p:cNvSpPr/>
            <p:nvPr/>
          </p:nvSpPr>
          <p:spPr>
            <a:xfrm>
              <a:off x="2751485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1411;p48">
              <a:extLst>
                <a:ext uri="{FF2B5EF4-FFF2-40B4-BE49-F238E27FC236}">
                  <a16:creationId xmlns:a16="http://schemas.microsoft.com/office/drawing/2014/main" id="{FF2FB2FD-758E-D133-10D9-E6B60B1DCB7F}"/>
                </a:ext>
              </a:extLst>
            </p:cNvPr>
            <p:cNvSpPr/>
            <p:nvPr/>
          </p:nvSpPr>
          <p:spPr>
            <a:xfrm>
              <a:off x="2930895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1412;p48">
              <a:extLst>
                <a:ext uri="{FF2B5EF4-FFF2-40B4-BE49-F238E27FC236}">
                  <a16:creationId xmlns:a16="http://schemas.microsoft.com/office/drawing/2014/main" id="{F51E969D-44A8-0CEA-CFF1-D0C9BBE0E5A3}"/>
                </a:ext>
              </a:extLst>
            </p:cNvPr>
            <p:cNvSpPr/>
            <p:nvPr/>
          </p:nvSpPr>
          <p:spPr>
            <a:xfrm>
              <a:off x="3111130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1413;p48">
              <a:extLst>
                <a:ext uri="{FF2B5EF4-FFF2-40B4-BE49-F238E27FC236}">
                  <a16:creationId xmlns:a16="http://schemas.microsoft.com/office/drawing/2014/main" id="{5A4DF0A9-49CB-12A9-58EB-E0EFAA11F947}"/>
                </a:ext>
              </a:extLst>
            </p:cNvPr>
            <p:cNvSpPr/>
            <p:nvPr/>
          </p:nvSpPr>
          <p:spPr>
            <a:xfrm>
              <a:off x="3291159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1414;p48">
              <a:extLst>
                <a:ext uri="{FF2B5EF4-FFF2-40B4-BE49-F238E27FC236}">
                  <a16:creationId xmlns:a16="http://schemas.microsoft.com/office/drawing/2014/main" id="{063984C1-A46F-0FC5-12F5-07FFDB779C10}"/>
                </a:ext>
              </a:extLst>
            </p:cNvPr>
            <p:cNvSpPr/>
            <p:nvPr/>
          </p:nvSpPr>
          <p:spPr>
            <a:xfrm>
              <a:off x="3409388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1415;p48">
              <a:extLst>
                <a:ext uri="{FF2B5EF4-FFF2-40B4-BE49-F238E27FC236}">
                  <a16:creationId xmlns:a16="http://schemas.microsoft.com/office/drawing/2014/main" id="{5177AE5A-8982-02CF-545F-4D2AF73F5AF7}"/>
                </a:ext>
              </a:extLst>
            </p:cNvPr>
            <p:cNvSpPr/>
            <p:nvPr/>
          </p:nvSpPr>
          <p:spPr>
            <a:xfrm>
              <a:off x="3527616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1416;p48">
              <a:extLst>
                <a:ext uri="{FF2B5EF4-FFF2-40B4-BE49-F238E27FC236}">
                  <a16:creationId xmlns:a16="http://schemas.microsoft.com/office/drawing/2014/main" id="{193CFC91-5E3F-50F9-A444-0FDE20D65263}"/>
                </a:ext>
              </a:extLst>
            </p:cNvPr>
            <p:cNvSpPr/>
            <p:nvPr/>
          </p:nvSpPr>
          <p:spPr>
            <a:xfrm>
              <a:off x="3645844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8" name="Google Shape;1417;p48">
            <a:extLst>
              <a:ext uri="{FF2B5EF4-FFF2-40B4-BE49-F238E27FC236}">
                <a16:creationId xmlns:a16="http://schemas.microsoft.com/office/drawing/2014/main" id="{C144C240-82A0-9DCE-7598-FBE64F0F840A}"/>
              </a:ext>
            </a:extLst>
          </p:cNvPr>
          <p:cNvGrpSpPr/>
          <p:nvPr/>
        </p:nvGrpSpPr>
        <p:grpSpPr>
          <a:xfrm>
            <a:off x="6808269" y="4670972"/>
            <a:ext cx="481853" cy="334527"/>
            <a:chOff x="6332670" y="5663946"/>
            <a:chExt cx="856627" cy="594715"/>
          </a:xfrm>
        </p:grpSpPr>
        <p:grpSp>
          <p:nvGrpSpPr>
            <p:cNvPr id="439" name="Google Shape;1418;p48">
              <a:extLst>
                <a:ext uri="{FF2B5EF4-FFF2-40B4-BE49-F238E27FC236}">
                  <a16:creationId xmlns:a16="http://schemas.microsoft.com/office/drawing/2014/main" id="{EAD5E78E-4CDC-2C22-5638-F2553C231D52}"/>
                </a:ext>
              </a:extLst>
            </p:cNvPr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446" name="Google Shape;1419;p48">
                <a:extLst>
                  <a:ext uri="{FF2B5EF4-FFF2-40B4-BE49-F238E27FC236}">
                    <a16:creationId xmlns:a16="http://schemas.microsoft.com/office/drawing/2014/main" id="{3E9BDBD9-B861-63A6-E0FE-3CA544DAF7A9}"/>
                  </a:ext>
                </a:extLst>
              </p:cNvPr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1420;p48">
                <a:extLst>
                  <a:ext uri="{FF2B5EF4-FFF2-40B4-BE49-F238E27FC236}">
                    <a16:creationId xmlns:a16="http://schemas.microsoft.com/office/drawing/2014/main" id="{9A82D1B8-94B1-1559-66A0-348AA5209562}"/>
                  </a:ext>
                </a:extLst>
              </p:cNvPr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0" name="Google Shape;1421;p48">
              <a:extLst>
                <a:ext uri="{FF2B5EF4-FFF2-40B4-BE49-F238E27FC236}">
                  <a16:creationId xmlns:a16="http://schemas.microsoft.com/office/drawing/2014/main" id="{695273ED-7FFD-9197-F5B7-7E20169DB7AD}"/>
                </a:ext>
              </a:extLst>
            </p:cNvPr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444" name="Google Shape;1422;p48">
                <a:extLst>
                  <a:ext uri="{FF2B5EF4-FFF2-40B4-BE49-F238E27FC236}">
                    <a16:creationId xmlns:a16="http://schemas.microsoft.com/office/drawing/2014/main" id="{C2C8A890-1BE6-3BB4-E941-9F40153B1B61}"/>
                  </a:ext>
                </a:extLst>
              </p:cNvPr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1423;p48">
                <a:extLst>
                  <a:ext uri="{FF2B5EF4-FFF2-40B4-BE49-F238E27FC236}">
                    <a16:creationId xmlns:a16="http://schemas.microsoft.com/office/drawing/2014/main" id="{15B46F8E-C170-4183-BB6D-F32FE605FB6E}"/>
                  </a:ext>
                </a:extLst>
              </p:cNvPr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1" name="Google Shape;1424;p48">
              <a:extLst>
                <a:ext uri="{FF2B5EF4-FFF2-40B4-BE49-F238E27FC236}">
                  <a16:creationId xmlns:a16="http://schemas.microsoft.com/office/drawing/2014/main" id="{4CB68ACE-60B2-F2C3-F0B5-B5AB33F8433A}"/>
                </a:ext>
              </a:extLst>
            </p:cNvPr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442" name="Google Shape;1425;p48">
                <a:extLst>
                  <a:ext uri="{FF2B5EF4-FFF2-40B4-BE49-F238E27FC236}">
                    <a16:creationId xmlns:a16="http://schemas.microsoft.com/office/drawing/2014/main" id="{699A3E4E-0BA8-77F4-D21E-D5331383799D}"/>
                  </a:ext>
                </a:extLst>
              </p:cNvPr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1426;p48">
                <a:extLst>
                  <a:ext uri="{FF2B5EF4-FFF2-40B4-BE49-F238E27FC236}">
                    <a16:creationId xmlns:a16="http://schemas.microsoft.com/office/drawing/2014/main" id="{38E72BA6-310C-9822-F6FE-39C58BE9FC24}"/>
                  </a:ext>
                </a:extLst>
              </p:cNvPr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8" name="Google Shape;1427;p48">
            <a:extLst>
              <a:ext uri="{FF2B5EF4-FFF2-40B4-BE49-F238E27FC236}">
                <a16:creationId xmlns:a16="http://schemas.microsoft.com/office/drawing/2014/main" id="{85A08D3A-4DD1-D640-8941-A643810949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9996" y="1574027"/>
            <a:ext cx="5575050" cy="2972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/>
          <a:p>
            <a:pPr algn="ctr"/>
            <a:r>
              <a:rPr lang="en" sz="1500" dirty="0">
                <a:solidFill>
                  <a:srgbClr val="0070C0"/>
                </a:solidFill>
              </a:rPr>
              <a:t>Diagrams and infographics</a:t>
            </a:r>
            <a:endParaRPr sz="15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503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694;p47">
            <a:extLst>
              <a:ext uri="{FF2B5EF4-FFF2-40B4-BE49-F238E27FC236}">
                <a16:creationId xmlns:a16="http://schemas.microsoft.com/office/drawing/2014/main" id="{96EA2D36-9806-E323-DC90-05E9CC6FDD57}"/>
              </a:ext>
            </a:extLst>
          </p:cNvPr>
          <p:cNvGrpSpPr/>
          <p:nvPr/>
        </p:nvGrpSpPr>
        <p:grpSpPr>
          <a:xfrm>
            <a:off x="3580445" y="2330406"/>
            <a:ext cx="205462" cy="259846"/>
            <a:chOff x="584925" y="238125"/>
            <a:chExt cx="415200" cy="525100"/>
          </a:xfrm>
        </p:grpSpPr>
        <p:sp>
          <p:nvSpPr>
            <p:cNvPr id="3" name="Google Shape;695;p47">
              <a:extLst>
                <a:ext uri="{FF2B5EF4-FFF2-40B4-BE49-F238E27FC236}">
                  <a16:creationId xmlns:a16="http://schemas.microsoft.com/office/drawing/2014/main" id="{70FFE785-5F39-8E99-C0F4-5954578BB24F}"/>
                </a:ext>
              </a:extLst>
            </p:cNvPr>
            <p:cNvSpPr/>
            <p:nvPr/>
          </p:nvSpPr>
          <p:spPr>
            <a:xfrm>
              <a:off x="621550" y="2991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" name="Google Shape;696;p47">
              <a:extLst>
                <a:ext uri="{FF2B5EF4-FFF2-40B4-BE49-F238E27FC236}">
                  <a16:creationId xmlns:a16="http://schemas.microsoft.com/office/drawing/2014/main" id="{ADB51787-8432-CA12-8723-2FDEF0AE4AE1}"/>
                </a:ext>
              </a:extLst>
            </p:cNvPr>
            <p:cNvSpPr/>
            <p:nvPr/>
          </p:nvSpPr>
          <p:spPr>
            <a:xfrm>
              <a:off x="633750" y="2381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" name="Google Shape;697;p47">
              <a:extLst>
                <a:ext uri="{FF2B5EF4-FFF2-40B4-BE49-F238E27FC236}">
                  <a16:creationId xmlns:a16="http://schemas.microsoft.com/office/drawing/2014/main" id="{C4515FF8-4F20-2DEC-796B-121E0E4F469B}"/>
                </a:ext>
              </a:extLst>
            </p:cNvPr>
            <p:cNvSpPr/>
            <p:nvPr/>
          </p:nvSpPr>
          <p:spPr>
            <a:xfrm>
              <a:off x="716800" y="2381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" name="Google Shape;698;p47">
              <a:extLst>
                <a:ext uri="{FF2B5EF4-FFF2-40B4-BE49-F238E27FC236}">
                  <a16:creationId xmlns:a16="http://schemas.microsoft.com/office/drawing/2014/main" id="{7A88868A-D2DB-11B3-EE1C-2A781BCCA603}"/>
                </a:ext>
              </a:extLst>
            </p:cNvPr>
            <p:cNvSpPr/>
            <p:nvPr/>
          </p:nvSpPr>
          <p:spPr>
            <a:xfrm>
              <a:off x="799825" y="2381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" name="Google Shape;699;p47">
              <a:extLst>
                <a:ext uri="{FF2B5EF4-FFF2-40B4-BE49-F238E27FC236}">
                  <a16:creationId xmlns:a16="http://schemas.microsoft.com/office/drawing/2014/main" id="{D9EB0060-9B87-48F8-D03C-701EE633F111}"/>
                </a:ext>
              </a:extLst>
            </p:cNvPr>
            <p:cNvSpPr/>
            <p:nvPr/>
          </p:nvSpPr>
          <p:spPr>
            <a:xfrm>
              <a:off x="882875" y="2381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" name="Google Shape;700;p47">
              <a:extLst>
                <a:ext uri="{FF2B5EF4-FFF2-40B4-BE49-F238E27FC236}">
                  <a16:creationId xmlns:a16="http://schemas.microsoft.com/office/drawing/2014/main" id="{1EACBB26-ADAC-7FF1-3F08-89CA64A17A34}"/>
                </a:ext>
              </a:extLst>
            </p:cNvPr>
            <p:cNvSpPr/>
            <p:nvPr/>
          </p:nvSpPr>
          <p:spPr>
            <a:xfrm>
              <a:off x="584925" y="26132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" name="Google Shape;701;p47">
            <a:extLst>
              <a:ext uri="{FF2B5EF4-FFF2-40B4-BE49-F238E27FC236}">
                <a16:creationId xmlns:a16="http://schemas.microsoft.com/office/drawing/2014/main" id="{107BADCE-BEEB-2BF7-5D54-94B15C60EC91}"/>
              </a:ext>
            </a:extLst>
          </p:cNvPr>
          <p:cNvGrpSpPr/>
          <p:nvPr/>
        </p:nvGrpSpPr>
        <p:grpSpPr>
          <a:xfrm>
            <a:off x="3906750" y="2368167"/>
            <a:ext cx="219974" cy="183119"/>
            <a:chOff x="1244325" y="314425"/>
            <a:chExt cx="444525" cy="370050"/>
          </a:xfrm>
        </p:grpSpPr>
        <p:sp>
          <p:nvSpPr>
            <p:cNvPr id="10" name="Google Shape;702;p47">
              <a:extLst>
                <a:ext uri="{FF2B5EF4-FFF2-40B4-BE49-F238E27FC236}">
                  <a16:creationId xmlns:a16="http://schemas.microsoft.com/office/drawing/2014/main" id="{5AF69981-FB9E-CD0D-620C-2B96F8B05984}"/>
                </a:ext>
              </a:extLst>
            </p:cNvPr>
            <p:cNvSpPr/>
            <p:nvPr/>
          </p:nvSpPr>
          <p:spPr>
            <a:xfrm>
              <a:off x="1388425" y="463425"/>
              <a:ext cx="143525" cy="143500"/>
            </a:xfrm>
            <a:custGeom>
              <a:avLst/>
              <a:gdLst/>
              <a:ahLst/>
              <a:cxnLst/>
              <a:rect l="l" t="t" r="r" b="b"/>
              <a:pathLst>
                <a:path w="5741" h="5740" extrusionOk="0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1" name="Google Shape;703;p47">
              <a:extLst>
                <a:ext uri="{FF2B5EF4-FFF2-40B4-BE49-F238E27FC236}">
                  <a16:creationId xmlns:a16="http://schemas.microsoft.com/office/drawing/2014/main" id="{9CCEB07D-DCB7-168A-F591-06D6E285EFAA}"/>
                </a:ext>
              </a:extLst>
            </p:cNvPr>
            <p:cNvSpPr/>
            <p:nvPr/>
          </p:nvSpPr>
          <p:spPr>
            <a:xfrm>
              <a:off x="1244325" y="314425"/>
              <a:ext cx="444525" cy="370050"/>
            </a:xfrm>
            <a:custGeom>
              <a:avLst/>
              <a:gdLst/>
              <a:ahLst/>
              <a:cxnLst/>
              <a:rect l="l" t="t" r="r" b="b"/>
              <a:pathLst>
                <a:path w="17781" h="14802" extrusionOk="0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2" name="Google Shape;704;p47">
            <a:extLst>
              <a:ext uri="{FF2B5EF4-FFF2-40B4-BE49-F238E27FC236}">
                <a16:creationId xmlns:a16="http://schemas.microsoft.com/office/drawing/2014/main" id="{0D1CE89B-A477-41CC-BD2D-07917C23D981}"/>
              </a:ext>
            </a:extLst>
          </p:cNvPr>
          <p:cNvGrpSpPr/>
          <p:nvPr/>
        </p:nvGrpSpPr>
        <p:grpSpPr>
          <a:xfrm>
            <a:off x="4245157" y="2367264"/>
            <a:ext cx="210311" cy="184925"/>
            <a:chOff x="1928175" y="312600"/>
            <a:chExt cx="425000" cy="373700"/>
          </a:xfrm>
        </p:grpSpPr>
        <p:sp>
          <p:nvSpPr>
            <p:cNvPr id="13" name="Google Shape;705;p47">
              <a:extLst>
                <a:ext uri="{FF2B5EF4-FFF2-40B4-BE49-F238E27FC236}">
                  <a16:creationId xmlns:a16="http://schemas.microsoft.com/office/drawing/2014/main" id="{D86BF90C-8A71-AD13-2E74-45C3B4BDB5BE}"/>
                </a:ext>
              </a:extLst>
            </p:cNvPr>
            <p:cNvSpPr/>
            <p:nvPr/>
          </p:nvSpPr>
          <p:spPr>
            <a:xfrm>
              <a:off x="1928175" y="312600"/>
              <a:ext cx="425000" cy="373700"/>
            </a:xfrm>
            <a:custGeom>
              <a:avLst/>
              <a:gdLst/>
              <a:ahLst/>
              <a:cxnLst/>
              <a:rect l="l" t="t" r="r" b="b"/>
              <a:pathLst>
                <a:path w="17000" h="14948" extrusionOk="0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" name="Google Shape;706;p47">
              <a:extLst>
                <a:ext uri="{FF2B5EF4-FFF2-40B4-BE49-F238E27FC236}">
                  <a16:creationId xmlns:a16="http://schemas.microsoft.com/office/drawing/2014/main" id="{8D746F58-C2ED-5DCC-1155-F6BEE1FC2D24}"/>
                </a:ext>
              </a:extLst>
            </p:cNvPr>
            <p:cNvSpPr/>
            <p:nvPr/>
          </p:nvSpPr>
          <p:spPr>
            <a:xfrm>
              <a:off x="1964825" y="349250"/>
              <a:ext cx="351700" cy="300425"/>
            </a:xfrm>
            <a:custGeom>
              <a:avLst/>
              <a:gdLst/>
              <a:ahLst/>
              <a:cxnLst/>
              <a:rect l="l" t="t" r="r" b="b"/>
              <a:pathLst>
                <a:path w="14068" h="12017" extrusionOk="0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5" name="Google Shape;707;p47">
            <a:extLst>
              <a:ext uri="{FF2B5EF4-FFF2-40B4-BE49-F238E27FC236}">
                <a16:creationId xmlns:a16="http://schemas.microsoft.com/office/drawing/2014/main" id="{AA3491A8-8691-A2A5-DCA3-AC5EAF53D4DC}"/>
              </a:ext>
            </a:extLst>
          </p:cNvPr>
          <p:cNvSpPr/>
          <p:nvPr/>
        </p:nvSpPr>
        <p:spPr>
          <a:xfrm>
            <a:off x="4597767" y="2360619"/>
            <a:ext cx="172232" cy="198212"/>
          </a:xfrm>
          <a:custGeom>
            <a:avLst/>
            <a:gdLst/>
            <a:ahLst/>
            <a:cxnLst/>
            <a:rect l="l" t="t" r="r" b="b"/>
            <a:pathLst>
              <a:path w="13922" h="16022" extrusionOk="0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6" name="Google Shape;708;p47">
            <a:extLst>
              <a:ext uri="{FF2B5EF4-FFF2-40B4-BE49-F238E27FC236}">
                <a16:creationId xmlns:a16="http://schemas.microsoft.com/office/drawing/2014/main" id="{03E03512-7736-5183-7FCB-E321E483E1EB}"/>
              </a:ext>
            </a:extLst>
          </p:cNvPr>
          <p:cNvSpPr/>
          <p:nvPr/>
        </p:nvSpPr>
        <p:spPr>
          <a:xfrm>
            <a:off x="4943111" y="2361223"/>
            <a:ext cx="148678" cy="197000"/>
          </a:xfrm>
          <a:custGeom>
            <a:avLst/>
            <a:gdLst/>
            <a:ahLst/>
            <a:cxnLst/>
            <a:rect l="l" t="t" r="r" b="b"/>
            <a:pathLst>
              <a:path w="12018" h="15924" extrusionOk="0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17" name="Google Shape;709;p47">
            <a:extLst>
              <a:ext uri="{FF2B5EF4-FFF2-40B4-BE49-F238E27FC236}">
                <a16:creationId xmlns:a16="http://schemas.microsoft.com/office/drawing/2014/main" id="{127A770C-131B-A21F-7E5D-F22D76C680F5}"/>
              </a:ext>
            </a:extLst>
          </p:cNvPr>
          <p:cNvGrpSpPr/>
          <p:nvPr/>
        </p:nvGrpSpPr>
        <p:grpSpPr>
          <a:xfrm>
            <a:off x="5230139" y="2357598"/>
            <a:ext cx="241734" cy="204262"/>
            <a:chOff x="3918650" y="293075"/>
            <a:chExt cx="488500" cy="412775"/>
          </a:xfrm>
        </p:grpSpPr>
        <p:sp>
          <p:nvSpPr>
            <p:cNvPr id="18" name="Google Shape;710;p47">
              <a:extLst>
                <a:ext uri="{FF2B5EF4-FFF2-40B4-BE49-F238E27FC236}">
                  <a16:creationId xmlns:a16="http://schemas.microsoft.com/office/drawing/2014/main" id="{FF9B703E-D3C5-F410-CEE5-BD61402C0CD0}"/>
                </a:ext>
              </a:extLst>
            </p:cNvPr>
            <p:cNvSpPr/>
            <p:nvPr/>
          </p:nvSpPr>
          <p:spPr>
            <a:xfrm>
              <a:off x="4085350" y="293675"/>
              <a:ext cx="154500" cy="412175"/>
            </a:xfrm>
            <a:custGeom>
              <a:avLst/>
              <a:gdLst/>
              <a:ahLst/>
              <a:cxnLst/>
              <a:rect l="l" t="t" r="r" b="b"/>
              <a:pathLst>
                <a:path w="6180" h="16487" extrusionOk="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" name="Google Shape;711;p47">
              <a:extLst>
                <a:ext uri="{FF2B5EF4-FFF2-40B4-BE49-F238E27FC236}">
                  <a16:creationId xmlns:a16="http://schemas.microsoft.com/office/drawing/2014/main" id="{19F3A917-2447-67B8-8DF7-DE2EB44EDC38}"/>
                </a:ext>
              </a:extLst>
            </p:cNvPr>
            <p:cNvSpPr/>
            <p:nvPr/>
          </p:nvSpPr>
          <p:spPr>
            <a:xfrm>
              <a:off x="3918650" y="293075"/>
              <a:ext cx="153900" cy="407275"/>
            </a:xfrm>
            <a:custGeom>
              <a:avLst/>
              <a:gdLst/>
              <a:ahLst/>
              <a:cxnLst/>
              <a:rect l="l" t="t" r="r" b="b"/>
              <a:pathLst>
                <a:path w="6156" h="16291" extrusionOk="0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" name="Google Shape;712;p47">
              <a:extLst>
                <a:ext uri="{FF2B5EF4-FFF2-40B4-BE49-F238E27FC236}">
                  <a16:creationId xmlns:a16="http://schemas.microsoft.com/office/drawing/2014/main" id="{478C500C-1179-1460-5AD0-5B8B8070A5CF}"/>
                </a:ext>
              </a:extLst>
            </p:cNvPr>
            <p:cNvSpPr/>
            <p:nvPr/>
          </p:nvSpPr>
          <p:spPr>
            <a:xfrm>
              <a:off x="4253250" y="298550"/>
              <a:ext cx="153900" cy="406675"/>
            </a:xfrm>
            <a:custGeom>
              <a:avLst/>
              <a:gdLst/>
              <a:ahLst/>
              <a:cxnLst/>
              <a:rect l="l" t="t" r="r" b="b"/>
              <a:pathLst>
                <a:path w="6156" h="16267" extrusionOk="0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1" name="Google Shape;713;p47">
            <a:extLst>
              <a:ext uri="{FF2B5EF4-FFF2-40B4-BE49-F238E27FC236}">
                <a16:creationId xmlns:a16="http://schemas.microsoft.com/office/drawing/2014/main" id="{6F01D5FF-B75C-8D91-F36B-AF9F742D39C4}"/>
              </a:ext>
            </a:extLst>
          </p:cNvPr>
          <p:cNvGrpSpPr/>
          <p:nvPr/>
        </p:nvGrpSpPr>
        <p:grpSpPr>
          <a:xfrm>
            <a:off x="5585161" y="2342186"/>
            <a:ext cx="198831" cy="235079"/>
            <a:chOff x="4636075" y="261925"/>
            <a:chExt cx="401800" cy="475050"/>
          </a:xfrm>
        </p:grpSpPr>
        <p:sp>
          <p:nvSpPr>
            <p:cNvPr id="22" name="Google Shape;714;p47">
              <a:extLst>
                <a:ext uri="{FF2B5EF4-FFF2-40B4-BE49-F238E27FC236}">
                  <a16:creationId xmlns:a16="http://schemas.microsoft.com/office/drawing/2014/main" id="{92612890-D744-284E-D0EF-500F349FAF06}"/>
                </a:ext>
              </a:extLst>
            </p:cNvPr>
            <p:cNvSpPr/>
            <p:nvPr/>
          </p:nvSpPr>
          <p:spPr>
            <a:xfrm>
              <a:off x="4665400" y="326650"/>
              <a:ext cx="372475" cy="97100"/>
            </a:xfrm>
            <a:custGeom>
              <a:avLst/>
              <a:gdLst/>
              <a:ahLst/>
              <a:cxnLst/>
              <a:rect l="l" t="t" r="r" b="b"/>
              <a:pathLst>
                <a:path w="14899" h="3884" extrusionOk="0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" name="Google Shape;715;p47">
              <a:extLst>
                <a:ext uri="{FF2B5EF4-FFF2-40B4-BE49-F238E27FC236}">
                  <a16:creationId xmlns:a16="http://schemas.microsoft.com/office/drawing/2014/main" id="{AD17E058-7183-4CE1-355C-A59969A18901}"/>
                </a:ext>
              </a:extLst>
            </p:cNvPr>
            <p:cNvSpPr/>
            <p:nvPr/>
          </p:nvSpPr>
          <p:spPr>
            <a:xfrm>
              <a:off x="4636075" y="438375"/>
              <a:ext cx="372475" cy="97125"/>
            </a:xfrm>
            <a:custGeom>
              <a:avLst/>
              <a:gdLst/>
              <a:ahLst/>
              <a:cxnLst/>
              <a:rect l="l" t="t" r="r" b="b"/>
              <a:pathLst>
                <a:path w="14899" h="3885" extrusionOk="0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" name="Google Shape;716;p47">
              <a:extLst>
                <a:ext uri="{FF2B5EF4-FFF2-40B4-BE49-F238E27FC236}">
                  <a16:creationId xmlns:a16="http://schemas.microsoft.com/office/drawing/2014/main" id="{72727738-E2FD-88F5-B688-E4DCC8A5F860}"/>
                </a:ext>
              </a:extLst>
            </p:cNvPr>
            <p:cNvSpPr/>
            <p:nvPr/>
          </p:nvSpPr>
          <p:spPr>
            <a:xfrm>
              <a:off x="4814975" y="261925"/>
              <a:ext cx="44000" cy="50100"/>
            </a:xfrm>
            <a:custGeom>
              <a:avLst/>
              <a:gdLst/>
              <a:ahLst/>
              <a:cxnLst/>
              <a:rect l="l" t="t" r="r" b="b"/>
              <a:pathLst>
                <a:path w="1760" h="2004" extrusionOk="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" name="Google Shape;717;p47">
              <a:extLst>
                <a:ext uri="{FF2B5EF4-FFF2-40B4-BE49-F238E27FC236}">
                  <a16:creationId xmlns:a16="http://schemas.microsoft.com/office/drawing/2014/main" id="{96A56346-5F6B-0A0B-5298-F41E38FE200D}"/>
                </a:ext>
              </a:extLst>
            </p:cNvPr>
            <p:cNvSpPr/>
            <p:nvPr/>
          </p:nvSpPr>
          <p:spPr>
            <a:xfrm>
              <a:off x="4814975" y="550125"/>
              <a:ext cx="44000" cy="186850"/>
            </a:xfrm>
            <a:custGeom>
              <a:avLst/>
              <a:gdLst/>
              <a:ahLst/>
              <a:cxnLst/>
              <a:rect l="l" t="t" r="r" b="b"/>
              <a:pathLst>
                <a:path w="1760" h="7474" extrusionOk="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26" name="Google Shape;718;p47">
            <a:extLst>
              <a:ext uri="{FF2B5EF4-FFF2-40B4-BE49-F238E27FC236}">
                <a16:creationId xmlns:a16="http://schemas.microsoft.com/office/drawing/2014/main" id="{E529A981-B8B6-7634-06E6-C2BF77DE225A}"/>
              </a:ext>
            </a:extLst>
          </p:cNvPr>
          <p:cNvSpPr/>
          <p:nvPr/>
        </p:nvSpPr>
        <p:spPr>
          <a:xfrm>
            <a:off x="5904244" y="2360312"/>
            <a:ext cx="227829" cy="198831"/>
          </a:xfrm>
          <a:custGeom>
            <a:avLst/>
            <a:gdLst/>
            <a:ahLst/>
            <a:cxnLst/>
            <a:rect l="l" t="t" r="r" b="b"/>
            <a:pathLst>
              <a:path w="18416" h="16072" extrusionOk="0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27" name="Google Shape;719;p47">
            <a:extLst>
              <a:ext uri="{FF2B5EF4-FFF2-40B4-BE49-F238E27FC236}">
                <a16:creationId xmlns:a16="http://schemas.microsoft.com/office/drawing/2014/main" id="{4DA02FDC-2B73-16BA-5D97-6820BF93A5C4}"/>
              </a:ext>
            </a:extLst>
          </p:cNvPr>
          <p:cNvGrpSpPr/>
          <p:nvPr/>
        </p:nvGrpSpPr>
        <p:grpSpPr>
          <a:xfrm>
            <a:off x="6251993" y="2361833"/>
            <a:ext cx="199424" cy="195491"/>
            <a:chOff x="5983625" y="301625"/>
            <a:chExt cx="403000" cy="395050"/>
          </a:xfrm>
        </p:grpSpPr>
        <p:sp>
          <p:nvSpPr>
            <p:cNvPr id="28" name="Google Shape;720;p47">
              <a:extLst>
                <a:ext uri="{FF2B5EF4-FFF2-40B4-BE49-F238E27FC236}">
                  <a16:creationId xmlns:a16="http://schemas.microsoft.com/office/drawing/2014/main" id="{A55FA91C-B0BA-86EA-4343-4FCBD1A2193F}"/>
                </a:ext>
              </a:extLst>
            </p:cNvPr>
            <p:cNvSpPr/>
            <p:nvPr/>
          </p:nvSpPr>
          <p:spPr>
            <a:xfrm>
              <a:off x="5983625" y="319925"/>
              <a:ext cx="403000" cy="67200"/>
            </a:xfrm>
            <a:custGeom>
              <a:avLst/>
              <a:gdLst/>
              <a:ahLst/>
              <a:cxnLst/>
              <a:rect l="l" t="t" r="r" b="b"/>
              <a:pathLst>
                <a:path w="16120" h="2688" extrusionOk="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" name="Google Shape;721;p47">
              <a:extLst>
                <a:ext uri="{FF2B5EF4-FFF2-40B4-BE49-F238E27FC236}">
                  <a16:creationId xmlns:a16="http://schemas.microsoft.com/office/drawing/2014/main" id="{4EC49231-CBCD-4446-681B-79FAF7139D81}"/>
                </a:ext>
              </a:extLst>
            </p:cNvPr>
            <p:cNvSpPr/>
            <p:nvPr/>
          </p:nvSpPr>
          <p:spPr>
            <a:xfrm>
              <a:off x="5983625" y="664900"/>
              <a:ext cx="403000" cy="31775"/>
            </a:xfrm>
            <a:custGeom>
              <a:avLst/>
              <a:gdLst/>
              <a:ahLst/>
              <a:cxnLst/>
              <a:rect l="l" t="t" r="r" b="b"/>
              <a:pathLst>
                <a:path w="16120" h="1271" extrusionOk="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" name="Google Shape;722;p47">
              <a:extLst>
                <a:ext uri="{FF2B5EF4-FFF2-40B4-BE49-F238E27FC236}">
                  <a16:creationId xmlns:a16="http://schemas.microsoft.com/office/drawing/2014/main" id="{9AC2EB71-027B-B4D6-2316-AC3F4EE867D2}"/>
                </a:ext>
              </a:extLst>
            </p:cNvPr>
            <p:cNvSpPr/>
            <p:nvPr/>
          </p:nvSpPr>
          <p:spPr>
            <a:xfrm>
              <a:off x="6041025" y="3016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" name="Google Shape;723;p47">
              <a:extLst>
                <a:ext uri="{FF2B5EF4-FFF2-40B4-BE49-F238E27FC236}">
                  <a16:creationId xmlns:a16="http://schemas.microsoft.com/office/drawing/2014/main" id="{F9CD144F-5691-CF7B-0658-8E9C58964D16}"/>
                </a:ext>
              </a:extLst>
            </p:cNvPr>
            <p:cNvSpPr/>
            <p:nvPr/>
          </p:nvSpPr>
          <p:spPr>
            <a:xfrm>
              <a:off x="6297450" y="3016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" name="Google Shape;724;p47">
              <a:extLst>
                <a:ext uri="{FF2B5EF4-FFF2-40B4-BE49-F238E27FC236}">
                  <a16:creationId xmlns:a16="http://schemas.microsoft.com/office/drawing/2014/main" id="{F9D4BF02-0034-46B6-A6BC-AF5EFF90A47F}"/>
                </a:ext>
              </a:extLst>
            </p:cNvPr>
            <p:cNvSpPr/>
            <p:nvPr/>
          </p:nvSpPr>
          <p:spPr>
            <a:xfrm>
              <a:off x="60972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" name="Google Shape;725;p47">
              <a:extLst>
                <a:ext uri="{FF2B5EF4-FFF2-40B4-BE49-F238E27FC236}">
                  <a16:creationId xmlns:a16="http://schemas.microsoft.com/office/drawing/2014/main" id="{E108C4DA-0811-0806-9DEF-13D08B19A0D1}"/>
                </a:ext>
              </a:extLst>
            </p:cNvPr>
            <p:cNvSpPr/>
            <p:nvPr/>
          </p:nvSpPr>
          <p:spPr>
            <a:xfrm>
              <a:off x="60972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" name="Google Shape;726;p47">
              <a:extLst>
                <a:ext uri="{FF2B5EF4-FFF2-40B4-BE49-F238E27FC236}">
                  <a16:creationId xmlns:a16="http://schemas.microsoft.com/office/drawing/2014/main" id="{89B2C6FD-DB59-BA4C-FDDB-232641F9EB02}"/>
                </a:ext>
              </a:extLst>
            </p:cNvPr>
            <p:cNvSpPr/>
            <p:nvPr/>
          </p:nvSpPr>
          <p:spPr>
            <a:xfrm>
              <a:off x="60972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" name="Google Shape;727;p47">
              <a:extLst>
                <a:ext uri="{FF2B5EF4-FFF2-40B4-BE49-F238E27FC236}">
                  <a16:creationId xmlns:a16="http://schemas.microsoft.com/office/drawing/2014/main" id="{C45EB5B6-B5DA-3374-BAC7-15BF8F9704D2}"/>
                </a:ext>
              </a:extLst>
            </p:cNvPr>
            <p:cNvSpPr/>
            <p:nvPr/>
          </p:nvSpPr>
          <p:spPr>
            <a:xfrm>
              <a:off x="6160075" y="575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" name="Google Shape;728;p47">
              <a:extLst>
                <a:ext uri="{FF2B5EF4-FFF2-40B4-BE49-F238E27FC236}">
                  <a16:creationId xmlns:a16="http://schemas.microsoft.com/office/drawing/2014/main" id="{D94F00A0-6BFA-6926-3902-CF0F3F3B0FA7}"/>
                </a:ext>
              </a:extLst>
            </p:cNvPr>
            <p:cNvSpPr/>
            <p:nvPr/>
          </p:nvSpPr>
          <p:spPr>
            <a:xfrm>
              <a:off x="60343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" name="Google Shape;729;p47">
              <a:extLst>
                <a:ext uri="{FF2B5EF4-FFF2-40B4-BE49-F238E27FC236}">
                  <a16:creationId xmlns:a16="http://schemas.microsoft.com/office/drawing/2014/main" id="{03FBC9F3-7BA2-EBB4-7880-6AD6FD763AE7}"/>
                </a:ext>
              </a:extLst>
            </p:cNvPr>
            <p:cNvSpPr/>
            <p:nvPr/>
          </p:nvSpPr>
          <p:spPr>
            <a:xfrm>
              <a:off x="60343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" name="Google Shape;730;p47">
              <a:extLst>
                <a:ext uri="{FF2B5EF4-FFF2-40B4-BE49-F238E27FC236}">
                  <a16:creationId xmlns:a16="http://schemas.microsoft.com/office/drawing/2014/main" id="{5C90FBEE-6AC5-5410-34B7-472498A80887}"/>
                </a:ext>
              </a:extLst>
            </p:cNvPr>
            <p:cNvSpPr/>
            <p:nvPr/>
          </p:nvSpPr>
          <p:spPr>
            <a:xfrm>
              <a:off x="60343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" name="Google Shape;731;p47">
              <a:extLst>
                <a:ext uri="{FF2B5EF4-FFF2-40B4-BE49-F238E27FC236}">
                  <a16:creationId xmlns:a16="http://schemas.microsoft.com/office/drawing/2014/main" id="{C46F9F1B-4713-3EC6-1E8C-9094704E86D5}"/>
                </a:ext>
              </a:extLst>
            </p:cNvPr>
            <p:cNvSpPr/>
            <p:nvPr/>
          </p:nvSpPr>
          <p:spPr>
            <a:xfrm>
              <a:off x="6160075" y="509200"/>
              <a:ext cx="50100" cy="53775"/>
            </a:xfrm>
            <a:custGeom>
              <a:avLst/>
              <a:gdLst/>
              <a:ahLst/>
              <a:cxnLst/>
              <a:rect l="l" t="t" r="r" b="b"/>
              <a:pathLst>
                <a:path w="2004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" name="Google Shape;732;p47">
              <a:extLst>
                <a:ext uri="{FF2B5EF4-FFF2-40B4-BE49-F238E27FC236}">
                  <a16:creationId xmlns:a16="http://schemas.microsoft.com/office/drawing/2014/main" id="{3A387B54-23EC-B906-3E5D-6DEA6343D709}"/>
                </a:ext>
              </a:extLst>
            </p:cNvPr>
            <p:cNvSpPr/>
            <p:nvPr/>
          </p:nvSpPr>
          <p:spPr>
            <a:xfrm>
              <a:off x="5983625" y="399300"/>
              <a:ext cx="403000" cy="272950"/>
            </a:xfrm>
            <a:custGeom>
              <a:avLst/>
              <a:gdLst/>
              <a:ahLst/>
              <a:cxnLst/>
              <a:rect l="l" t="t" r="r" b="b"/>
              <a:pathLst>
                <a:path w="16120" h="10918" extrusionOk="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1" name="Google Shape;733;p47">
              <a:extLst>
                <a:ext uri="{FF2B5EF4-FFF2-40B4-BE49-F238E27FC236}">
                  <a16:creationId xmlns:a16="http://schemas.microsoft.com/office/drawing/2014/main" id="{F1280CCB-346D-49C9-8E00-F512B55F7120}"/>
                </a:ext>
              </a:extLst>
            </p:cNvPr>
            <p:cNvSpPr/>
            <p:nvPr/>
          </p:nvSpPr>
          <p:spPr>
            <a:xfrm>
              <a:off x="62852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2" name="Google Shape;734;p47">
              <a:extLst>
                <a:ext uri="{FF2B5EF4-FFF2-40B4-BE49-F238E27FC236}">
                  <a16:creationId xmlns:a16="http://schemas.microsoft.com/office/drawing/2014/main" id="{E4311277-5FF4-D5EB-4BB5-95BC74DAE95A}"/>
                </a:ext>
              </a:extLst>
            </p:cNvPr>
            <p:cNvSpPr/>
            <p:nvPr/>
          </p:nvSpPr>
          <p:spPr>
            <a:xfrm>
              <a:off x="62852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3" name="Google Shape;735;p47">
              <a:extLst>
                <a:ext uri="{FF2B5EF4-FFF2-40B4-BE49-F238E27FC236}">
                  <a16:creationId xmlns:a16="http://schemas.microsoft.com/office/drawing/2014/main" id="{97C63C2D-49BB-E50F-98C4-47C678003366}"/>
                </a:ext>
              </a:extLst>
            </p:cNvPr>
            <p:cNvSpPr/>
            <p:nvPr/>
          </p:nvSpPr>
          <p:spPr>
            <a:xfrm>
              <a:off x="62852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4" name="Google Shape;736;p47">
              <a:extLst>
                <a:ext uri="{FF2B5EF4-FFF2-40B4-BE49-F238E27FC236}">
                  <a16:creationId xmlns:a16="http://schemas.microsoft.com/office/drawing/2014/main" id="{1B5127E0-D9B6-B25E-EA50-4F6D880E609D}"/>
                </a:ext>
              </a:extLst>
            </p:cNvPr>
            <p:cNvSpPr/>
            <p:nvPr/>
          </p:nvSpPr>
          <p:spPr>
            <a:xfrm>
              <a:off x="62223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5" name="Google Shape;737;p47">
              <a:extLst>
                <a:ext uri="{FF2B5EF4-FFF2-40B4-BE49-F238E27FC236}">
                  <a16:creationId xmlns:a16="http://schemas.microsoft.com/office/drawing/2014/main" id="{CC763F92-EBE7-0292-93AB-337585673196}"/>
                </a:ext>
              </a:extLst>
            </p:cNvPr>
            <p:cNvSpPr/>
            <p:nvPr/>
          </p:nvSpPr>
          <p:spPr>
            <a:xfrm>
              <a:off x="6160075" y="448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6" name="Google Shape;738;p47">
              <a:extLst>
                <a:ext uri="{FF2B5EF4-FFF2-40B4-BE49-F238E27FC236}">
                  <a16:creationId xmlns:a16="http://schemas.microsoft.com/office/drawing/2014/main" id="{1AC332F2-E0DB-7084-8A30-A8111A2B47DA}"/>
                </a:ext>
              </a:extLst>
            </p:cNvPr>
            <p:cNvSpPr/>
            <p:nvPr/>
          </p:nvSpPr>
          <p:spPr>
            <a:xfrm>
              <a:off x="62223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7" name="Google Shape;739;p47">
              <a:extLst>
                <a:ext uri="{FF2B5EF4-FFF2-40B4-BE49-F238E27FC236}">
                  <a16:creationId xmlns:a16="http://schemas.microsoft.com/office/drawing/2014/main" id="{C06B8A0B-460D-BC69-73BF-FFFF850E8C75}"/>
                </a:ext>
              </a:extLst>
            </p:cNvPr>
            <p:cNvSpPr/>
            <p:nvPr/>
          </p:nvSpPr>
          <p:spPr>
            <a:xfrm>
              <a:off x="62223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48" name="Google Shape;740;p47">
            <a:extLst>
              <a:ext uri="{FF2B5EF4-FFF2-40B4-BE49-F238E27FC236}">
                <a16:creationId xmlns:a16="http://schemas.microsoft.com/office/drawing/2014/main" id="{A141C191-734A-8058-FE0B-42E2A3622A29}"/>
              </a:ext>
            </a:extLst>
          </p:cNvPr>
          <p:cNvGrpSpPr/>
          <p:nvPr/>
        </p:nvGrpSpPr>
        <p:grpSpPr>
          <a:xfrm>
            <a:off x="6587067" y="2360312"/>
            <a:ext cx="196406" cy="196109"/>
            <a:chOff x="6660750" y="298550"/>
            <a:chExt cx="396900" cy="396300"/>
          </a:xfrm>
        </p:grpSpPr>
        <p:sp>
          <p:nvSpPr>
            <p:cNvPr id="49" name="Google Shape;741;p47">
              <a:extLst>
                <a:ext uri="{FF2B5EF4-FFF2-40B4-BE49-F238E27FC236}">
                  <a16:creationId xmlns:a16="http://schemas.microsoft.com/office/drawing/2014/main" id="{71854CE7-83B2-9C7E-7898-9AE41CD3DC83}"/>
                </a:ext>
              </a:extLst>
            </p:cNvPr>
            <p:cNvSpPr/>
            <p:nvPr/>
          </p:nvSpPr>
          <p:spPr>
            <a:xfrm>
              <a:off x="6660750" y="298550"/>
              <a:ext cx="396900" cy="396300"/>
            </a:xfrm>
            <a:custGeom>
              <a:avLst/>
              <a:gdLst/>
              <a:ahLst/>
              <a:cxnLst/>
              <a:rect l="l" t="t" r="r" b="b"/>
              <a:pathLst>
                <a:path w="15876" h="15852" extrusionOk="0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0" name="Google Shape;742;p47">
              <a:extLst>
                <a:ext uri="{FF2B5EF4-FFF2-40B4-BE49-F238E27FC236}">
                  <a16:creationId xmlns:a16="http://schemas.microsoft.com/office/drawing/2014/main" id="{EB58B288-FAE6-D209-4FAA-F0BB3AF7C9A9}"/>
                </a:ext>
              </a:extLst>
            </p:cNvPr>
            <p:cNvSpPr/>
            <p:nvPr/>
          </p:nvSpPr>
          <p:spPr>
            <a:xfrm>
              <a:off x="6697400" y="335200"/>
              <a:ext cx="323625" cy="323025"/>
            </a:xfrm>
            <a:custGeom>
              <a:avLst/>
              <a:gdLst/>
              <a:ahLst/>
              <a:cxnLst/>
              <a:rect l="l" t="t" r="r" b="b"/>
              <a:pathLst>
                <a:path w="12945" h="12921" extrusionOk="0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1" name="Google Shape;743;p47">
            <a:extLst>
              <a:ext uri="{FF2B5EF4-FFF2-40B4-BE49-F238E27FC236}">
                <a16:creationId xmlns:a16="http://schemas.microsoft.com/office/drawing/2014/main" id="{FC25FA9C-4449-6A8B-D4A0-1F5CD66F35C1}"/>
              </a:ext>
            </a:extLst>
          </p:cNvPr>
          <p:cNvGrpSpPr/>
          <p:nvPr/>
        </p:nvGrpSpPr>
        <p:grpSpPr>
          <a:xfrm>
            <a:off x="3580445" y="2669109"/>
            <a:ext cx="205462" cy="248675"/>
            <a:chOff x="584925" y="922575"/>
            <a:chExt cx="415200" cy="502525"/>
          </a:xfrm>
        </p:grpSpPr>
        <p:sp>
          <p:nvSpPr>
            <p:cNvPr id="52" name="Google Shape;744;p47">
              <a:extLst>
                <a:ext uri="{FF2B5EF4-FFF2-40B4-BE49-F238E27FC236}">
                  <a16:creationId xmlns:a16="http://schemas.microsoft.com/office/drawing/2014/main" id="{E8261775-7901-8A40-D584-294FD16C6001}"/>
                </a:ext>
              </a:extLst>
            </p:cNvPr>
            <p:cNvSpPr/>
            <p:nvPr/>
          </p:nvSpPr>
          <p:spPr>
            <a:xfrm>
              <a:off x="584925" y="961025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3" name="Google Shape;745;p47">
              <a:extLst>
                <a:ext uri="{FF2B5EF4-FFF2-40B4-BE49-F238E27FC236}">
                  <a16:creationId xmlns:a16="http://schemas.microsoft.com/office/drawing/2014/main" id="{DD7E28DC-DC00-08C8-4E12-F0566BB82137}"/>
                </a:ext>
              </a:extLst>
            </p:cNvPr>
            <p:cNvSpPr/>
            <p:nvPr/>
          </p:nvSpPr>
          <p:spPr>
            <a:xfrm>
              <a:off x="621550" y="9225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4" name="Google Shape;746;p47">
              <a:extLst>
                <a:ext uri="{FF2B5EF4-FFF2-40B4-BE49-F238E27FC236}">
                  <a16:creationId xmlns:a16="http://schemas.microsoft.com/office/drawing/2014/main" id="{48BE1C7C-664C-55F9-48CD-D6262E1360F1}"/>
                </a:ext>
              </a:extLst>
            </p:cNvPr>
            <p:cNvSpPr/>
            <p:nvPr/>
          </p:nvSpPr>
          <p:spPr>
            <a:xfrm>
              <a:off x="915850" y="922575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5" name="Google Shape;747;p47">
            <a:extLst>
              <a:ext uri="{FF2B5EF4-FFF2-40B4-BE49-F238E27FC236}">
                <a16:creationId xmlns:a16="http://schemas.microsoft.com/office/drawing/2014/main" id="{C3F96230-DA0E-A5A9-88A2-14F2BC448162}"/>
              </a:ext>
            </a:extLst>
          </p:cNvPr>
          <p:cNvGrpSpPr/>
          <p:nvPr/>
        </p:nvGrpSpPr>
        <p:grpSpPr>
          <a:xfrm>
            <a:off x="3907966" y="2663367"/>
            <a:ext cx="217561" cy="259252"/>
            <a:chOff x="1246775" y="910975"/>
            <a:chExt cx="439650" cy="523900"/>
          </a:xfrm>
        </p:grpSpPr>
        <p:sp>
          <p:nvSpPr>
            <p:cNvPr id="56" name="Google Shape;748;p47">
              <a:extLst>
                <a:ext uri="{FF2B5EF4-FFF2-40B4-BE49-F238E27FC236}">
                  <a16:creationId xmlns:a16="http://schemas.microsoft.com/office/drawing/2014/main" id="{5262C9D0-77FC-CEDD-76E0-BCC6AAFB9279}"/>
                </a:ext>
              </a:extLst>
            </p:cNvPr>
            <p:cNvSpPr/>
            <p:nvPr/>
          </p:nvSpPr>
          <p:spPr>
            <a:xfrm>
              <a:off x="1246775" y="970800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" name="Google Shape;749;p47">
              <a:extLst>
                <a:ext uri="{FF2B5EF4-FFF2-40B4-BE49-F238E27FC236}">
                  <a16:creationId xmlns:a16="http://schemas.microsoft.com/office/drawing/2014/main" id="{5E35E058-5BAE-5EBB-82AB-04A8DE37E2C1}"/>
                </a:ext>
              </a:extLst>
            </p:cNvPr>
            <p:cNvSpPr/>
            <p:nvPr/>
          </p:nvSpPr>
          <p:spPr>
            <a:xfrm>
              <a:off x="1307825" y="910975"/>
              <a:ext cx="378600" cy="464050"/>
            </a:xfrm>
            <a:custGeom>
              <a:avLst/>
              <a:gdLst/>
              <a:ahLst/>
              <a:cxnLst/>
              <a:rect l="l" t="t" r="r" b="b"/>
              <a:pathLst>
                <a:path w="15144" h="18562" extrusionOk="0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" name="Google Shape;750;p47">
              <a:extLst>
                <a:ext uri="{FF2B5EF4-FFF2-40B4-BE49-F238E27FC236}">
                  <a16:creationId xmlns:a16="http://schemas.microsoft.com/office/drawing/2014/main" id="{EDC9F412-F8B4-E5D6-D9F1-BE0A81A28F44}"/>
                </a:ext>
              </a:extLst>
            </p:cNvPr>
            <p:cNvSpPr/>
            <p:nvPr/>
          </p:nvSpPr>
          <p:spPr>
            <a:xfrm>
              <a:off x="1602125" y="910975"/>
              <a:ext cx="84300" cy="84275"/>
            </a:xfrm>
            <a:custGeom>
              <a:avLst/>
              <a:gdLst/>
              <a:ahLst/>
              <a:cxnLst/>
              <a:rect l="l" t="t" r="r" b="b"/>
              <a:pathLst>
                <a:path w="3372" h="3371" extrusionOk="0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9" name="Google Shape;751;p47">
            <a:extLst>
              <a:ext uri="{FF2B5EF4-FFF2-40B4-BE49-F238E27FC236}">
                <a16:creationId xmlns:a16="http://schemas.microsoft.com/office/drawing/2014/main" id="{D1CFD439-BDF1-7A95-0064-75F5CF665095}"/>
              </a:ext>
            </a:extLst>
          </p:cNvPr>
          <p:cNvGrpSpPr/>
          <p:nvPr/>
        </p:nvGrpSpPr>
        <p:grpSpPr>
          <a:xfrm>
            <a:off x="4244254" y="2705058"/>
            <a:ext cx="212117" cy="176464"/>
            <a:chOff x="1926350" y="995225"/>
            <a:chExt cx="428650" cy="356600"/>
          </a:xfrm>
        </p:grpSpPr>
        <p:sp>
          <p:nvSpPr>
            <p:cNvPr id="60" name="Google Shape;752;p47">
              <a:extLst>
                <a:ext uri="{FF2B5EF4-FFF2-40B4-BE49-F238E27FC236}">
                  <a16:creationId xmlns:a16="http://schemas.microsoft.com/office/drawing/2014/main" id="{D82931F2-5352-B872-DAAF-E6766BC24C2A}"/>
                </a:ext>
              </a:extLst>
            </p:cNvPr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" name="Google Shape;753;p47">
              <a:extLst>
                <a:ext uri="{FF2B5EF4-FFF2-40B4-BE49-F238E27FC236}">
                  <a16:creationId xmlns:a16="http://schemas.microsoft.com/office/drawing/2014/main" id="{59C2F21B-FEC4-C5C4-8679-3FABD241905A}"/>
                </a:ext>
              </a:extLst>
            </p:cNvPr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2" name="Google Shape;754;p47">
              <a:extLst>
                <a:ext uri="{FF2B5EF4-FFF2-40B4-BE49-F238E27FC236}">
                  <a16:creationId xmlns:a16="http://schemas.microsoft.com/office/drawing/2014/main" id="{1D224A5C-95C1-DFB8-88AC-553918C1F89B}"/>
                </a:ext>
              </a:extLst>
            </p:cNvPr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3" name="Google Shape;755;p47">
              <a:extLst>
                <a:ext uri="{FF2B5EF4-FFF2-40B4-BE49-F238E27FC236}">
                  <a16:creationId xmlns:a16="http://schemas.microsoft.com/office/drawing/2014/main" id="{0F8EBDB8-86D3-27A5-62EA-8FC2A393798A}"/>
                </a:ext>
              </a:extLst>
            </p:cNvPr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64" name="Google Shape;756;p47">
            <a:extLst>
              <a:ext uri="{FF2B5EF4-FFF2-40B4-BE49-F238E27FC236}">
                <a16:creationId xmlns:a16="http://schemas.microsoft.com/office/drawing/2014/main" id="{6D39475C-FFC1-5D26-2913-F2C9F6C954E5}"/>
              </a:ext>
            </a:extLst>
          </p:cNvPr>
          <p:cNvSpPr/>
          <p:nvPr/>
        </p:nvSpPr>
        <p:spPr>
          <a:xfrm>
            <a:off x="4580239" y="2690256"/>
            <a:ext cx="207293" cy="206081"/>
          </a:xfrm>
          <a:custGeom>
            <a:avLst/>
            <a:gdLst/>
            <a:ahLst/>
            <a:cxnLst/>
            <a:rect l="l" t="t" r="r" b="b"/>
            <a:pathLst>
              <a:path w="16756" h="16658" extrusionOk="0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65" name="Google Shape;757;p47">
            <a:extLst>
              <a:ext uri="{FF2B5EF4-FFF2-40B4-BE49-F238E27FC236}">
                <a16:creationId xmlns:a16="http://schemas.microsoft.com/office/drawing/2014/main" id="{734B09C7-9405-B782-8ED6-A9CD38ABA595}"/>
              </a:ext>
            </a:extLst>
          </p:cNvPr>
          <p:cNvSpPr/>
          <p:nvPr/>
        </p:nvSpPr>
        <p:spPr>
          <a:xfrm>
            <a:off x="4914113" y="2700533"/>
            <a:ext cx="206674" cy="185532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66" name="Google Shape;758;p47">
            <a:extLst>
              <a:ext uri="{FF2B5EF4-FFF2-40B4-BE49-F238E27FC236}">
                <a16:creationId xmlns:a16="http://schemas.microsoft.com/office/drawing/2014/main" id="{AE43BD3E-7039-BAB3-116E-B14A748C0017}"/>
              </a:ext>
            </a:extLst>
          </p:cNvPr>
          <p:cNvSpPr/>
          <p:nvPr/>
        </p:nvSpPr>
        <p:spPr>
          <a:xfrm>
            <a:off x="5250703" y="2702046"/>
            <a:ext cx="200637" cy="182501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67" name="Google Shape;759;p47">
            <a:extLst>
              <a:ext uri="{FF2B5EF4-FFF2-40B4-BE49-F238E27FC236}">
                <a16:creationId xmlns:a16="http://schemas.microsoft.com/office/drawing/2014/main" id="{161BDE65-59DA-A4BD-C83E-718B6C434CD4}"/>
              </a:ext>
            </a:extLst>
          </p:cNvPr>
          <p:cNvSpPr/>
          <p:nvPr/>
        </p:nvSpPr>
        <p:spPr>
          <a:xfrm>
            <a:off x="5590911" y="2703852"/>
            <a:ext cx="187350" cy="178889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68" name="Google Shape;760;p47">
            <a:extLst>
              <a:ext uri="{FF2B5EF4-FFF2-40B4-BE49-F238E27FC236}">
                <a16:creationId xmlns:a16="http://schemas.microsoft.com/office/drawing/2014/main" id="{9DE359C4-A420-3C9E-2889-63DDF061E58C}"/>
              </a:ext>
            </a:extLst>
          </p:cNvPr>
          <p:cNvGrpSpPr/>
          <p:nvPr/>
        </p:nvGrpSpPr>
        <p:grpSpPr>
          <a:xfrm>
            <a:off x="5914802" y="2691774"/>
            <a:ext cx="206674" cy="206971"/>
            <a:chOff x="5302225" y="968375"/>
            <a:chExt cx="417650" cy="418250"/>
          </a:xfrm>
        </p:grpSpPr>
        <p:sp>
          <p:nvSpPr>
            <p:cNvPr id="69" name="Google Shape;761;p47">
              <a:extLst>
                <a:ext uri="{FF2B5EF4-FFF2-40B4-BE49-F238E27FC236}">
                  <a16:creationId xmlns:a16="http://schemas.microsoft.com/office/drawing/2014/main" id="{F09AF672-46A3-FD15-80AC-0E103D4500D4}"/>
                </a:ext>
              </a:extLst>
            </p:cNvPr>
            <p:cNvSpPr/>
            <p:nvPr/>
          </p:nvSpPr>
          <p:spPr>
            <a:xfrm>
              <a:off x="5333350" y="991575"/>
              <a:ext cx="152075" cy="155100"/>
            </a:xfrm>
            <a:custGeom>
              <a:avLst/>
              <a:gdLst/>
              <a:ahLst/>
              <a:cxnLst/>
              <a:rect l="l" t="t" r="r" b="b"/>
              <a:pathLst>
                <a:path w="6083" h="6204" extrusionOk="0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0" name="Google Shape;762;p47">
              <a:extLst>
                <a:ext uri="{FF2B5EF4-FFF2-40B4-BE49-F238E27FC236}">
                  <a16:creationId xmlns:a16="http://schemas.microsoft.com/office/drawing/2014/main" id="{E7E1FA72-872F-201C-661D-FE5097060FFB}"/>
                </a:ext>
              </a:extLst>
            </p:cNvPr>
            <p:cNvSpPr/>
            <p:nvPr/>
          </p:nvSpPr>
          <p:spPr>
            <a:xfrm>
              <a:off x="5302225" y="968375"/>
              <a:ext cx="417650" cy="418250"/>
            </a:xfrm>
            <a:custGeom>
              <a:avLst/>
              <a:gdLst/>
              <a:ahLst/>
              <a:cxnLst/>
              <a:rect l="l" t="t" r="r" b="b"/>
              <a:pathLst>
                <a:path w="16706" h="16730" extrusionOk="0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1" name="Google Shape;763;p47">
            <a:extLst>
              <a:ext uri="{FF2B5EF4-FFF2-40B4-BE49-F238E27FC236}">
                <a16:creationId xmlns:a16="http://schemas.microsoft.com/office/drawing/2014/main" id="{B17E2B19-5F72-C302-EEA3-137581C65AB4}"/>
              </a:ext>
            </a:extLst>
          </p:cNvPr>
          <p:cNvGrpSpPr/>
          <p:nvPr/>
        </p:nvGrpSpPr>
        <p:grpSpPr>
          <a:xfrm>
            <a:off x="6223591" y="2668500"/>
            <a:ext cx="256233" cy="249578"/>
            <a:chOff x="5926225" y="921350"/>
            <a:chExt cx="517800" cy="504350"/>
          </a:xfrm>
        </p:grpSpPr>
        <p:sp>
          <p:nvSpPr>
            <p:cNvPr id="72" name="Google Shape;764;p47">
              <a:extLst>
                <a:ext uri="{FF2B5EF4-FFF2-40B4-BE49-F238E27FC236}">
                  <a16:creationId xmlns:a16="http://schemas.microsoft.com/office/drawing/2014/main" id="{F572436E-DFE3-5CF5-0EF0-BEDC5E63DAFE}"/>
                </a:ext>
              </a:extLst>
            </p:cNvPr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3" name="Google Shape;765;p47">
              <a:extLst>
                <a:ext uri="{FF2B5EF4-FFF2-40B4-BE49-F238E27FC236}">
                  <a16:creationId xmlns:a16="http://schemas.microsoft.com/office/drawing/2014/main" id="{F7475252-5B61-1576-C75E-0277AC7EA388}"/>
                </a:ext>
              </a:extLst>
            </p:cNvPr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4" name="Google Shape;766;p47">
            <a:extLst>
              <a:ext uri="{FF2B5EF4-FFF2-40B4-BE49-F238E27FC236}">
                <a16:creationId xmlns:a16="http://schemas.microsoft.com/office/drawing/2014/main" id="{68D8E555-EB09-2858-9414-37B4B97FD832}"/>
              </a:ext>
            </a:extLst>
          </p:cNvPr>
          <p:cNvGrpSpPr/>
          <p:nvPr/>
        </p:nvGrpSpPr>
        <p:grpSpPr>
          <a:xfrm>
            <a:off x="6565620" y="2673337"/>
            <a:ext cx="239309" cy="239916"/>
            <a:chOff x="6617400" y="931125"/>
            <a:chExt cx="483600" cy="484825"/>
          </a:xfrm>
        </p:grpSpPr>
        <p:sp>
          <p:nvSpPr>
            <p:cNvPr id="75" name="Google Shape;767;p47">
              <a:extLst>
                <a:ext uri="{FF2B5EF4-FFF2-40B4-BE49-F238E27FC236}">
                  <a16:creationId xmlns:a16="http://schemas.microsoft.com/office/drawing/2014/main" id="{2EA6FDDE-0DE3-2A1C-424C-4633D59948BB}"/>
                </a:ext>
              </a:extLst>
            </p:cNvPr>
            <p:cNvSpPr/>
            <p:nvPr/>
          </p:nvSpPr>
          <p:spPr>
            <a:xfrm>
              <a:off x="6843925" y="1183900"/>
              <a:ext cx="121525" cy="232050"/>
            </a:xfrm>
            <a:custGeom>
              <a:avLst/>
              <a:gdLst/>
              <a:ahLst/>
              <a:cxnLst/>
              <a:rect l="l" t="t" r="r" b="b"/>
              <a:pathLst>
                <a:path w="4861" h="9282" extrusionOk="0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6" name="Google Shape;768;p47">
              <a:extLst>
                <a:ext uri="{FF2B5EF4-FFF2-40B4-BE49-F238E27FC236}">
                  <a16:creationId xmlns:a16="http://schemas.microsoft.com/office/drawing/2014/main" id="{2716B9B6-321B-30AB-B490-EFB1B6B4722C}"/>
                </a:ext>
              </a:extLst>
            </p:cNvPr>
            <p:cNvSpPr/>
            <p:nvPr/>
          </p:nvSpPr>
          <p:spPr>
            <a:xfrm>
              <a:off x="6617400" y="931125"/>
              <a:ext cx="483600" cy="259500"/>
            </a:xfrm>
            <a:custGeom>
              <a:avLst/>
              <a:gdLst/>
              <a:ahLst/>
              <a:cxnLst/>
              <a:rect l="l" t="t" r="r" b="b"/>
              <a:pathLst>
                <a:path w="19344" h="10380" extrusionOk="0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7" name="Google Shape;769;p47">
            <a:extLst>
              <a:ext uri="{FF2B5EF4-FFF2-40B4-BE49-F238E27FC236}">
                <a16:creationId xmlns:a16="http://schemas.microsoft.com/office/drawing/2014/main" id="{5D963CA1-EBEA-41E8-93E6-969AD6909D76}"/>
              </a:ext>
            </a:extLst>
          </p:cNvPr>
          <p:cNvGrpSpPr/>
          <p:nvPr/>
        </p:nvGrpSpPr>
        <p:grpSpPr>
          <a:xfrm>
            <a:off x="3567752" y="3045877"/>
            <a:ext cx="230848" cy="161965"/>
            <a:chOff x="559275" y="1683950"/>
            <a:chExt cx="466500" cy="327300"/>
          </a:xfrm>
        </p:grpSpPr>
        <p:sp>
          <p:nvSpPr>
            <p:cNvPr id="78" name="Google Shape;770;p47">
              <a:extLst>
                <a:ext uri="{FF2B5EF4-FFF2-40B4-BE49-F238E27FC236}">
                  <a16:creationId xmlns:a16="http://schemas.microsoft.com/office/drawing/2014/main" id="{90DA2B49-FF20-75D5-B8C1-D996249844B8}"/>
                </a:ext>
              </a:extLst>
            </p:cNvPr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" name="Google Shape;771;p47">
              <a:extLst>
                <a:ext uri="{FF2B5EF4-FFF2-40B4-BE49-F238E27FC236}">
                  <a16:creationId xmlns:a16="http://schemas.microsoft.com/office/drawing/2014/main" id="{CC5FF138-74B7-8F38-8B05-3A36B57E4A32}"/>
                </a:ext>
              </a:extLst>
            </p:cNvPr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0" name="Google Shape;772;p47">
            <a:extLst>
              <a:ext uri="{FF2B5EF4-FFF2-40B4-BE49-F238E27FC236}">
                <a16:creationId xmlns:a16="http://schemas.microsoft.com/office/drawing/2014/main" id="{0BCB2744-54FC-C6C7-B801-A9E65AA28BC7}"/>
              </a:ext>
            </a:extLst>
          </p:cNvPr>
          <p:cNvGrpSpPr/>
          <p:nvPr/>
        </p:nvGrpSpPr>
        <p:grpSpPr>
          <a:xfrm>
            <a:off x="3901319" y="3013855"/>
            <a:ext cx="230848" cy="226010"/>
            <a:chOff x="1233350" y="1619250"/>
            <a:chExt cx="466500" cy="456725"/>
          </a:xfrm>
        </p:grpSpPr>
        <p:sp>
          <p:nvSpPr>
            <p:cNvPr id="81" name="Google Shape;773;p47">
              <a:extLst>
                <a:ext uri="{FF2B5EF4-FFF2-40B4-BE49-F238E27FC236}">
                  <a16:creationId xmlns:a16="http://schemas.microsoft.com/office/drawing/2014/main" id="{439679AD-18A3-3F13-1666-DA4DB00668A0}"/>
                </a:ext>
              </a:extLst>
            </p:cNvPr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" name="Google Shape;774;p47">
              <a:extLst>
                <a:ext uri="{FF2B5EF4-FFF2-40B4-BE49-F238E27FC236}">
                  <a16:creationId xmlns:a16="http://schemas.microsoft.com/office/drawing/2014/main" id="{9D5926F4-9A00-E005-B05B-2EFD00C81E1F}"/>
                </a:ext>
              </a:extLst>
            </p:cNvPr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" name="Google Shape;775;p47">
              <a:extLst>
                <a:ext uri="{FF2B5EF4-FFF2-40B4-BE49-F238E27FC236}">
                  <a16:creationId xmlns:a16="http://schemas.microsoft.com/office/drawing/2014/main" id="{CB23C32D-AF9E-F17D-2C75-3C11AAE203F5}"/>
                </a:ext>
              </a:extLst>
            </p:cNvPr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" name="Google Shape;776;p47">
              <a:extLst>
                <a:ext uri="{FF2B5EF4-FFF2-40B4-BE49-F238E27FC236}">
                  <a16:creationId xmlns:a16="http://schemas.microsoft.com/office/drawing/2014/main" id="{B150E91F-47F0-CB42-7C70-0D6796462659}"/>
                </a:ext>
              </a:extLst>
            </p:cNvPr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5" name="Google Shape;777;p47">
            <a:extLst>
              <a:ext uri="{FF2B5EF4-FFF2-40B4-BE49-F238E27FC236}">
                <a16:creationId xmlns:a16="http://schemas.microsoft.com/office/drawing/2014/main" id="{CFF43F1C-9361-94EC-F55B-EDF96115427D}"/>
              </a:ext>
            </a:extLst>
          </p:cNvPr>
          <p:cNvGrpSpPr/>
          <p:nvPr/>
        </p:nvGrpSpPr>
        <p:grpSpPr>
          <a:xfrm>
            <a:off x="4242138" y="3018685"/>
            <a:ext cx="216349" cy="216349"/>
            <a:chOff x="1922075" y="1629000"/>
            <a:chExt cx="437200" cy="437200"/>
          </a:xfrm>
        </p:grpSpPr>
        <p:sp>
          <p:nvSpPr>
            <p:cNvPr id="86" name="Google Shape;778;p47">
              <a:extLst>
                <a:ext uri="{FF2B5EF4-FFF2-40B4-BE49-F238E27FC236}">
                  <a16:creationId xmlns:a16="http://schemas.microsoft.com/office/drawing/2014/main" id="{9DF1A34C-3089-C2EE-7F1C-A7D4EF78F8C0}"/>
                </a:ext>
              </a:extLst>
            </p:cNvPr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" name="Google Shape;779;p47">
              <a:extLst>
                <a:ext uri="{FF2B5EF4-FFF2-40B4-BE49-F238E27FC236}">
                  <a16:creationId xmlns:a16="http://schemas.microsoft.com/office/drawing/2014/main" id="{FE4D1F3E-7AD4-2EFD-50F1-22D4339BF8F6}"/>
                </a:ext>
              </a:extLst>
            </p:cNvPr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8" name="Google Shape;780;p47">
            <a:extLst>
              <a:ext uri="{FF2B5EF4-FFF2-40B4-BE49-F238E27FC236}">
                <a16:creationId xmlns:a16="http://schemas.microsoft.com/office/drawing/2014/main" id="{BFEB94B4-25CC-EE9F-7348-EE34663C0850}"/>
              </a:ext>
            </a:extLst>
          </p:cNvPr>
          <p:cNvGrpSpPr/>
          <p:nvPr/>
        </p:nvGrpSpPr>
        <p:grpSpPr>
          <a:xfrm>
            <a:off x="4574801" y="3017781"/>
            <a:ext cx="218155" cy="218155"/>
            <a:chOff x="2594325" y="1627175"/>
            <a:chExt cx="440850" cy="440850"/>
          </a:xfrm>
        </p:grpSpPr>
        <p:sp>
          <p:nvSpPr>
            <p:cNvPr id="89" name="Google Shape;781;p47">
              <a:extLst>
                <a:ext uri="{FF2B5EF4-FFF2-40B4-BE49-F238E27FC236}">
                  <a16:creationId xmlns:a16="http://schemas.microsoft.com/office/drawing/2014/main" id="{CDC5D8B7-3931-7376-794C-8699B335D7EB}"/>
                </a:ext>
              </a:extLst>
            </p:cNvPr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" name="Google Shape;782;p47">
              <a:extLst>
                <a:ext uri="{FF2B5EF4-FFF2-40B4-BE49-F238E27FC236}">
                  <a16:creationId xmlns:a16="http://schemas.microsoft.com/office/drawing/2014/main" id="{6F874042-D04A-E539-0692-13ACC4920695}"/>
                </a:ext>
              </a:extLst>
            </p:cNvPr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" name="Google Shape;783;p47">
              <a:extLst>
                <a:ext uri="{FF2B5EF4-FFF2-40B4-BE49-F238E27FC236}">
                  <a16:creationId xmlns:a16="http://schemas.microsoft.com/office/drawing/2014/main" id="{116687EE-8CAD-2D6E-35F4-10930F60969A}"/>
                </a:ext>
              </a:extLst>
            </p:cNvPr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92" name="Google Shape;784;p47">
            <a:extLst>
              <a:ext uri="{FF2B5EF4-FFF2-40B4-BE49-F238E27FC236}">
                <a16:creationId xmlns:a16="http://schemas.microsoft.com/office/drawing/2014/main" id="{D31DED12-23A6-616A-6C78-5A446301D5A7}"/>
              </a:ext>
            </a:extLst>
          </p:cNvPr>
          <p:cNvSpPr/>
          <p:nvPr/>
        </p:nvSpPr>
        <p:spPr>
          <a:xfrm>
            <a:off x="4918039" y="3027460"/>
            <a:ext cx="198831" cy="198818"/>
          </a:xfrm>
          <a:custGeom>
            <a:avLst/>
            <a:gdLst/>
            <a:ahLst/>
            <a:cxnLst/>
            <a:rect l="l" t="t" r="r" b="b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93" name="Google Shape;785;p47">
            <a:extLst>
              <a:ext uri="{FF2B5EF4-FFF2-40B4-BE49-F238E27FC236}">
                <a16:creationId xmlns:a16="http://schemas.microsoft.com/office/drawing/2014/main" id="{8BE82F47-8CA3-E0CD-D979-D61BA4628E5B}"/>
              </a:ext>
            </a:extLst>
          </p:cNvPr>
          <p:cNvGrpSpPr/>
          <p:nvPr/>
        </p:nvGrpSpPr>
        <p:grpSpPr>
          <a:xfrm>
            <a:off x="5262481" y="3001461"/>
            <a:ext cx="177057" cy="250790"/>
            <a:chOff x="3984000" y="1594200"/>
            <a:chExt cx="357800" cy="506800"/>
          </a:xfrm>
        </p:grpSpPr>
        <p:sp>
          <p:nvSpPr>
            <p:cNvPr id="94" name="Google Shape;786;p47">
              <a:extLst>
                <a:ext uri="{FF2B5EF4-FFF2-40B4-BE49-F238E27FC236}">
                  <a16:creationId xmlns:a16="http://schemas.microsoft.com/office/drawing/2014/main" id="{B0A58169-C9D5-C39F-7143-7F2A99B19359}"/>
                </a:ext>
              </a:extLst>
            </p:cNvPr>
            <p:cNvSpPr/>
            <p:nvPr/>
          </p:nvSpPr>
          <p:spPr>
            <a:xfrm>
              <a:off x="3984000" y="1597875"/>
              <a:ext cx="44575" cy="503125"/>
            </a:xfrm>
            <a:custGeom>
              <a:avLst/>
              <a:gdLst/>
              <a:ahLst/>
              <a:cxnLst/>
              <a:rect l="l" t="t" r="r" b="b"/>
              <a:pathLst>
                <a:path w="1783" h="20125" extrusionOk="0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5" name="Google Shape;787;p47">
              <a:extLst>
                <a:ext uri="{FF2B5EF4-FFF2-40B4-BE49-F238E27FC236}">
                  <a16:creationId xmlns:a16="http://schemas.microsoft.com/office/drawing/2014/main" id="{776174D6-0221-E597-E04B-DD933129C698}"/>
                </a:ext>
              </a:extLst>
            </p:cNvPr>
            <p:cNvSpPr/>
            <p:nvPr/>
          </p:nvSpPr>
          <p:spPr>
            <a:xfrm>
              <a:off x="4041375" y="1594200"/>
              <a:ext cx="300425" cy="229600"/>
            </a:xfrm>
            <a:custGeom>
              <a:avLst/>
              <a:gdLst/>
              <a:ahLst/>
              <a:cxnLst/>
              <a:rect l="l" t="t" r="r" b="b"/>
              <a:pathLst>
                <a:path w="12017" h="9184" extrusionOk="0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6" name="Google Shape;788;p47">
            <a:extLst>
              <a:ext uri="{FF2B5EF4-FFF2-40B4-BE49-F238E27FC236}">
                <a16:creationId xmlns:a16="http://schemas.microsoft.com/office/drawing/2014/main" id="{D3A08A9A-AA9F-AC1F-EC47-BCCE7B3A6DD9}"/>
              </a:ext>
            </a:extLst>
          </p:cNvPr>
          <p:cNvGrpSpPr/>
          <p:nvPr/>
        </p:nvGrpSpPr>
        <p:grpSpPr>
          <a:xfrm>
            <a:off x="5567940" y="3055237"/>
            <a:ext cx="233273" cy="143234"/>
            <a:chOff x="4601275" y="1702875"/>
            <a:chExt cx="471400" cy="289450"/>
          </a:xfrm>
        </p:grpSpPr>
        <p:sp>
          <p:nvSpPr>
            <p:cNvPr id="97" name="Google Shape;789;p47">
              <a:extLst>
                <a:ext uri="{FF2B5EF4-FFF2-40B4-BE49-F238E27FC236}">
                  <a16:creationId xmlns:a16="http://schemas.microsoft.com/office/drawing/2014/main" id="{CF9758A4-BCF2-92A3-BC75-CD3848659EE3}"/>
                </a:ext>
              </a:extLst>
            </p:cNvPr>
            <p:cNvSpPr/>
            <p:nvPr/>
          </p:nvSpPr>
          <p:spPr>
            <a:xfrm>
              <a:off x="4816200" y="170287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8" name="Google Shape;790;p47">
              <a:extLst>
                <a:ext uri="{FF2B5EF4-FFF2-40B4-BE49-F238E27FC236}">
                  <a16:creationId xmlns:a16="http://schemas.microsoft.com/office/drawing/2014/main" id="{062DAFBE-F000-DAA3-2A07-941AF56134CB}"/>
                </a:ext>
              </a:extLst>
            </p:cNvPr>
            <p:cNvSpPr/>
            <p:nvPr/>
          </p:nvSpPr>
          <p:spPr>
            <a:xfrm>
              <a:off x="5031125" y="175722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9" name="Google Shape;791;p47">
              <a:extLst>
                <a:ext uri="{FF2B5EF4-FFF2-40B4-BE49-F238E27FC236}">
                  <a16:creationId xmlns:a16="http://schemas.microsoft.com/office/drawing/2014/main" id="{5FA21078-59D5-D359-DB01-58A4B93109A9}"/>
                </a:ext>
              </a:extLst>
            </p:cNvPr>
            <p:cNvSpPr/>
            <p:nvPr/>
          </p:nvSpPr>
          <p:spPr>
            <a:xfrm>
              <a:off x="4634875" y="1756000"/>
              <a:ext cx="404225" cy="178325"/>
            </a:xfrm>
            <a:custGeom>
              <a:avLst/>
              <a:gdLst/>
              <a:ahLst/>
              <a:cxnLst/>
              <a:rect l="l" t="t" r="r" b="b"/>
              <a:pathLst>
                <a:path w="16169" h="7133" extrusionOk="0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00" name="Google Shape;792;p47">
              <a:extLst>
                <a:ext uri="{FF2B5EF4-FFF2-40B4-BE49-F238E27FC236}">
                  <a16:creationId xmlns:a16="http://schemas.microsoft.com/office/drawing/2014/main" id="{2C29C26D-B2F7-58C5-F590-74EAC6EA1BC3}"/>
                </a:ext>
              </a:extLst>
            </p:cNvPr>
            <p:cNvSpPr/>
            <p:nvPr/>
          </p:nvSpPr>
          <p:spPr>
            <a:xfrm>
              <a:off x="4601275" y="175722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01" name="Google Shape;793;p47">
              <a:extLst>
                <a:ext uri="{FF2B5EF4-FFF2-40B4-BE49-F238E27FC236}">
                  <a16:creationId xmlns:a16="http://schemas.microsoft.com/office/drawing/2014/main" id="{07F60853-F1CF-751F-73F7-E3166EC55FED}"/>
                </a:ext>
              </a:extLst>
            </p:cNvPr>
            <p:cNvSpPr/>
            <p:nvPr/>
          </p:nvSpPr>
          <p:spPr>
            <a:xfrm>
              <a:off x="4673325" y="1947725"/>
              <a:ext cx="327300" cy="44600"/>
            </a:xfrm>
            <a:custGeom>
              <a:avLst/>
              <a:gdLst/>
              <a:ahLst/>
              <a:cxnLst/>
              <a:rect l="l" t="t" r="r" b="b"/>
              <a:pathLst>
                <a:path w="13092" h="1784" extrusionOk="0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02" name="Google Shape;794;p47">
            <a:extLst>
              <a:ext uri="{FF2B5EF4-FFF2-40B4-BE49-F238E27FC236}">
                <a16:creationId xmlns:a16="http://schemas.microsoft.com/office/drawing/2014/main" id="{794E9C53-68C0-49BF-484C-EE3DDF693060}"/>
              </a:ext>
            </a:extLst>
          </p:cNvPr>
          <p:cNvGrpSpPr/>
          <p:nvPr/>
        </p:nvGrpSpPr>
        <p:grpSpPr>
          <a:xfrm>
            <a:off x="5912690" y="3020189"/>
            <a:ext cx="210905" cy="213330"/>
            <a:chOff x="5297950" y="1632050"/>
            <a:chExt cx="426200" cy="431100"/>
          </a:xfrm>
        </p:grpSpPr>
        <p:sp>
          <p:nvSpPr>
            <p:cNvPr id="103" name="Google Shape;795;p47">
              <a:extLst>
                <a:ext uri="{FF2B5EF4-FFF2-40B4-BE49-F238E27FC236}">
                  <a16:creationId xmlns:a16="http://schemas.microsoft.com/office/drawing/2014/main" id="{CE007954-4A9C-F78F-7E86-6197BEDBD54D}"/>
                </a:ext>
              </a:extLst>
            </p:cNvPr>
            <p:cNvSpPr/>
            <p:nvPr/>
          </p:nvSpPr>
          <p:spPr>
            <a:xfrm>
              <a:off x="5404800" y="1936125"/>
              <a:ext cx="212500" cy="127025"/>
            </a:xfrm>
            <a:custGeom>
              <a:avLst/>
              <a:gdLst/>
              <a:ahLst/>
              <a:cxnLst/>
              <a:rect l="l" t="t" r="r" b="b"/>
              <a:pathLst>
                <a:path w="8500" h="5081" extrusionOk="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04" name="Google Shape;796;p47">
              <a:extLst>
                <a:ext uri="{FF2B5EF4-FFF2-40B4-BE49-F238E27FC236}">
                  <a16:creationId xmlns:a16="http://schemas.microsoft.com/office/drawing/2014/main" id="{FC84C992-9771-7392-21D7-BF5A359B92E1}"/>
                </a:ext>
              </a:extLst>
            </p:cNvPr>
            <p:cNvSpPr/>
            <p:nvPr/>
          </p:nvSpPr>
          <p:spPr>
            <a:xfrm>
              <a:off x="5297950" y="1632050"/>
              <a:ext cx="426200" cy="294950"/>
            </a:xfrm>
            <a:custGeom>
              <a:avLst/>
              <a:gdLst/>
              <a:ahLst/>
              <a:cxnLst/>
              <a:rect l="l" t="t" r="r" b="b"/>
              <a:pathLst>
                <a:path w="17048" h="11798" extrusionOk="0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05" name="Google Shape;797;p47">
            <a:extLst>
              <a:ext uri="{FF2B5EF4-FFF2-40B4-BE49-F238E27FC236}">
                <a16:creationId xmlns:a16="http://schemas.microsoft.com/office/drawing/2014/main" id="{E067A167-6DA9-7656-AABC-E9AF4EB9482F}"/>
              </a:ext>
            </a:extLst>
          </p:cNvPr>
          <p:cNvGrpSpPr/>
          <p:nvPr/>
        </p:nvGrpSpPr>
        <p:grpSpPr>
          <a:xfrm>
            <a:off x="6245650" y="3013855"/>
            <a:ext cx="212117" cy="226010"/>
            <a:chOff x="5970800" y="1619250"/>
            <a:chExt cx="428650" cy="456725"/>
          </a:xfrm>
        </p:grpSpPr>
        <p:sp>
          <p:nvSpPr>
            <p:cNvPr id="106" name="Google Shape;798;p47">
              <a:extLst>
                <a:ext uri="{FF2B5EF4-FFF2-40B4-BE49-F238E27FC236}">
                  <a16:creationId xmlns:a16="http://schemas.microsoft.com/office/drawing/2014/main" id="{5D76761C-8B47-19C4-7E02-F66FC73DD5FA}"/>
                </a:ext>
              </a:extLst>
            </p:cNvPr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l" t="t" r="r" b="b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07" name="Google Shape;799;p47">
              <a:extLst>
                <a:ext uri="{FF2B5EF4-FFF2-40B4-BE49-F238E27FC236}">
                  <a16:creationId xmlns:a16="http://schemas.microsoft.com/office/drawing/2014/main" id="{FE573A54-2D60-368D-A7F7-FA0DEBC7E44B}"/>
                </a:ext>
              </a:extLst>
            </p:cNvPr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l" t="t" r="r" b="b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08" name="Google Shape;800;p47">
              <a:extLst>
                <a:ext uri="{FF2B5EF4-FFF2-40B4-BE49-F238E27FC236}">
                  <a16:creationId xmlns:a16="http://schemas.microsoft.com/office/drawing/2014/main" id="{F83F2EAA-A3F3-526B-0798-299F7F53902A}"/>
                </a:ext>
              </a:extLst>
            </p:cNvPr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l" t="t" r="r" b="b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09" name="Google Shape;801;p47">
              <a:extLst>
                <a:ext uri="{FF2B5EF4-FFF2-40B4-BE49-F238E27FC236}">
                  <a16:creationId xmlns:a16="http://schemas.microsoft.com/office/drawing/2014/main" id="{4A5E27E7-2F08-4BA0-ED0B-F4CFB0D07F49}"/>
                </a:ext>
              </a:extLst>
            </p:cNvPr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l" t="t" r="r" b="b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10" name="Google Shape;802;p47">
              <a:extLst>
                <a:ext uri="{FF2B5EF4-FFF2-40B4-BE49-F238E27FC236}">
                  <a16:creationId xmlns:a16="http://schemas.microsoft.com/office/drawing/2014/main" id="{8ECD0617-8A7B-8A79-21D9-5F3E04591878}"/>
                </a:ext>
              </a:extLst>
            </p:cNvPr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l" t="t" r="r" b="b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11" name="Google Shape;803;p47">
            <a:extLst>
              <a:ext uri="{FF2B5EF4-FFF2-40B4-BE49-F238E27FC236}">
                <a16:creationId xmlns:a16="http://schemas.microsoft.com/office/drawing/2014/main" id="{11BD3570-8E55-7C17-5605-9F56D560259C}"/>
              </a:ext>
            </a:extLst>
          </p:cNvPr>
          <p:cNvGrpSpPr/>
          <p:nvPr/>
        </p:nvGrpSpPr>
        <p:grpSpPr>
          <a:xfrm>
            <a:off x="6569550" y="3011134"/>
            <a:ext cx="237788" cy="216942"/>
            <a:chOff x="6625350" y="1613750"/>
            <a:chExt cx="480525" cy="438400"/>
          </a:xfrm>
        </p:grpSpPr>
        <p:sp>
          <p:nvSpPr>
            <p:cNvPr id="112" name="Google Shape;804;p47">
              <a:extLst>
                <a:ext uri="{FF2B5EF4-FFF2-40B4-BE49-F238E27FC236}">
                  <a16:creationId xmlns:a16="http://schemas.microsoft.com/office/drawing/2014/main" id="{7A2B6325-5D96-60DB-C4E3-A98B5E7CDC1F}"/>
                </a:ext>
              </a:extLst>
            </p:cNvPr>
            <p:cNvSpPr/>
            <p:nvPr/>
          </p:nvSpPr>
          <p:spPr>
            <a:xfrm>
              <a:off x="6670525" y="1887275"/>
              <a:ext cx="117875" cy="164875"/>
            </a:xfrm>
            <a:custGeom>
              <a:avLst/>
              <a:gdLst/>
              <a:ahLst/>
              <a:cxnLst/>
              <a:rect l="l" t="t" r="r" b="b"/>
              <a:pathLst>
                <a:path w="4715" h="6595" extrusionOk="0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13" name="Google Shape;805;p47">
              <a:extLst>
                <a:ext uri="{FF2B5EF4-FFF2-40B4-BE49-F238E27FC236}">
                  <a16:creationId xmlns:a16="http://schemas.microsoft.com/office/drawing/2014/main" id="{12E54F4D-1401-935A-AFAA-492416B17556}"/>
                </a:ext>
              </a:extLst>
            </p:cNvPr>
            <p:cNvSpPr/>
            <p:nvPr/>
          </p:nvSpPr>
          <p:spPr>
            <a:xfrm>
              <a:off x="7075950" y="1754175"/>
              <a:ext cx="29925" cy="99550"/>
            </a:xfrm>
            <a:custGeom>
              <a:avLst/>
              <a:gdLst/>
              <a:ahLst/>
              <a:cxnLst/>
              <a:rect l="l" t="t" r="r" b="b"/>
              <a:pathLst>
                <a:path w="1197" h="3982" extrusionOk="0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14" name="Google Shape;806;p47">
              <a:extLst>
                <a:ext uri="{FF2B5EF4-FFF2-40B4-BE49-F238E27FC236}">
                  <a16:creationId xmlns:a16="http://schemas.microsoft.com/office/drawing/2014/main" id="{B2B83EF1-547A-8126-3011-A0A11D201D32}"/>
                </a:ext>
              </a:extLst>
            </p:cNvPr>
            <p:cNvSpPr/>
            <p:nvPr/>
          </p:nvSpPr>
          <p:spPr>
            <a:xfrm>
              <a:off x="6625350" y="1729750"/>
              <a:ext cx="97700" cy="147175"/>
            </a:xfrm>
            <a:custGeom>
              <a:avLst/>
              <a:gdLst/>
              <a:ahLst/>
              <a:cxnLst/>
              <a:rect l="l" t="t" r="r" b="b"/>
              <a:pathLst>
                <a:path w="3908" h="5887" extrusionOk="0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15" name="Google Shape;807;p47">
              <a:extLst>
                <a:ext uri="{FF2B5EF4-FFF2-40B4-BE49-F238E27FC236}">
                  <a16:creationId xmlns:a16="http://schemas.microsoft.com/office/drawing/2014/main" id="{192966E2-7B04-A451-70DA-82EBD7A00798}"/>
                </a:ext>
              </a:extLst>
            </p:cNvPr>
            <p:cNvSpPr/>
            <p:nvPr/>
          </p:nvSpPr>
          <p:spPr>
            <a:xfrm>
              <a:off x="6736475" y="1638175"/>
              <a:ext cx="279650" cy="330325"/>
            </a:xfrm>
            <a:custGeom>
              <a:avLst/>
              <a:gdLst/>
              <a:ahLst/>
              <a:cxnLst/>
              <a:rect l="l" t="t" r="r" b="b"/>
              <a:pathLst>
                <a:path w="11186" h="13213" extrusionOk="0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16" name="Google Shape;808;p47">
              <a:extLst>
                <a:ext uri="{FF2B5EF4-FFF2-40B4-BE49-F238E27FC236}">
                  <a16:creationId xmlns:a16="http://schemas.microsoft.com/office/drawing/2014/main" id="{19CE54A4-5C97-D898-DFB7-CDEEAD167568}"/>
                </a:ext>
              </a:extLst>
            </p:cNvPr>
            <p:cNvSpPr/>
            <p:nvPr/>
          </p:nvSpPr>
          <p:spPr>
            <a:xfrm>
              <a:off x="7029550" y="1613750"/>
              <a:ext cx="34200" cy="379800"/>
            </a:xfrm>
            <a:custGeom>
              <a:avLst/>
              <a:gdLst/>
              <a:ahLst/>
              <a:cxnLst/>
              <a:rect l="l" t="t" r="r" b="b"/>
              <a:pathLst>
                <a:path w="1368" h="15192" extrusionOk="0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17" name="Google Shape;809;p47">
            <a:extLst>
              <a:ext uri="{FF2B5EF4-FFF2-40B4-BE49-F238E27FC236}">
                <a16:creationId xmlns:a16="http://schemas.microsoft.com/office/drawing/2014/main" id="{BD716FCA-AEA6-66E7-D033-F6A9DE0EF7F2}"/>
              </a:ext>
            </a:extLst>
          </p:cNvPr>
          <p:cNvGrpSpPr/>
          <p:nvPr/>
        </p:nvGrpSpPr>
        <p:grpSpPr>
          <a:xfrm>
            <a:off x="3593435" y="3364036"/>
            <a:ext cx="179482" cy="192782"/>
            <a:chOff x="611175" y="2326900"/>
            <a:chExt cx="362700" cy="389575"/>
          </a:xfrm>
        </p:grpSpPr>
        <p:sp>
          <p:nvSpPr>
            <p:cNvPr id="118" name="Google Shape;810;p47">
              <a:extLst>
                <a:ext uri="{FF2B5EF4-FFF2-40B4-BE49-F238E27FC236}">
                  <a16:creationId xmlns:a16="http://schemas.microsoft.com/office/drawing/2014/main" id="{B747CE4A-2AE6-D675-3915-E76F4460F5B1}"/>
                </a:ext>
              </a:extLst>
            </p:cNvPr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19" name="Google Shape;811;p47">
              <a:extLst>
                <a:ext uri="{FF2B5EF4-FFF2-40B4-BE49-F238E27FC236}">
                  <a16:creationId xmlns:a16="http://schemas.microsoft.com/office/drawing/2014/main" id="{D20F6C3C-4856-FC8A-042B-194FD6229D9C}"/>
                </a:ext>
              </a:extLst>
            </p:cNvPr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0" name="Google Shape;812;p47">
              <a:extLst>
                <a:ext uri="{FF2B5EF4-FFF2-40B4-BE49-F238E27FC236}">
                  <a16:creationId xmlns:a16="http://schemas.microsoft.com/office/drawing/2014/main" id="{4732F64A-2C43-4A6C-660E-B1516528B947}"/>
                </a:ext>
              </a:extLst>
            </p:cNvPr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1" name="Google Shape;813;p47">
              <a:extLst>
                <a:ext uri="{FF2B5EF4-FFF2-40B4-BE49-F238E27FC236}">
                  <a16:creationId xmlns:a16="http://schemas.microsoft.com/office/drawing/2014/main" id="{76F583D9-C3C5-B598-9E65-338611AF4BD0}"/>
                </a:ext>
              </a:extLst>
            </p:cNvPr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22" name="Google Shape;814;p47">
            <a:extLst>
              <a:ext uri="{FF2B5EF4-FFF2-40B4-BE49-F238E27FC236}">
                <a16:creationId xmlns:a16="http://schemas.microsoft.com/office/drawing/2014/main" id="{1A620A66-F64F-8902-C47A-C08B7641AD05}"/>
              </a:ext>
            </a:extLst>
          </p:cNvPr>
          <p:cNvSpPr/>
          <p:nvPr/>
        </p:nvSpPr>
        <p:spPr>
          <a:xfrm>
            <a:off x="3922172" y="3365857"/>
            <a:ext cx="189157" cy="189157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23" name="Google Shape;815;p47">
            <a:extLst>
              <a:ext uri="{FF2B5EF4-FFF2-40B4-BE49-F238E27FC236}">
                <a16:creationId xmlns:a16="http://schemas.microsoft.com/office/drawing/2014/main" id="{B5C8EABB-1379-AE3E-D02E-BB0947E39A71}"/>
              </a:ext>
            </a:extLst>
          </p:cNvPr>
          <p:cNvSpPr/>
          <p:nvPr/>
        </p:nvSpPr>
        <p:spPr>
          <a:xfrm>
            <a:off x="4255740" y="3365857"/>
            <a:ext cx="189157" cy="189157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24" name="Google Shape;816;p47">
            <a:extLst>
              <a:ext uri="{FF2B5EF4-FFF2-40B4-BE49-F238E27FC236}">
                <a16:creationId xmlns:a16="http://schemas.microsoft.com/office/drawing/2014/main" id="{D55B2349-11C1-7F59-641E-A1B7DFDBC719}"/>
              </a:ext>
            </a:extLst>
          </p:cNvPr>
          <p:cNvSpPr/>
          <p:nvPr/>
        </p:nvSpPr>
        <p:spPr>
          <a:xfrm>
            <a:off x="4589308" y="3365857"/>
            <a:ext cx="189157" cy="189157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125" name="Google Shape;817;p47">
            <a:extLst>
              <a:ext uri="{FF2B5EF4-FFF2-40B4-BE49-F238E27FC236}">
                <a16:creationId xmlns:a16="http://schemas.microsoft.com/office/drawing/2014/main" id="{471EC3B2-58B4-44CE-5FFF-400BBA2FE334}"/>
              </a:ext>
            </a:extLst>
          </p:cNvPr>
          <p:cNvGrpSpPr/>
          <p:nvPr/>
        </p:nvGrpSpPr>
        <p:grpSpPr>
          <a:xfrm>
            <a:off x="4966981" y="3333220"/>
            <a:ext cx="100925" cy="252002"/>
            <a:chOff x="3386850" y="2264625"/>
            <a:chExt cx="203950" cy="509250"/>
          </a:xfrm>
        </p:grpSpPr>
        <p:sp>
          <p:nvSpPr>
            <p:cNvPr id="126" name="Google Shape;818;p47">
              <a:extLst>
                <a:ext uri="{FF2B5EF4-FFF2-40B4-BE49-F238E27FC236}">
                  <a16:creationId xmlns:a16="http://schemas.microsoft.com/office/drawing/2014/main" id="{8AA44FB5-8D8C-E697-9028-6FED81D10B0C}"/>
                </a:ext>
              </a:extLst>
            </p:cNvPr>
            <p:cNvSpPr/>
            <p:nvPr/>
          </p:nvSpPr>
          <p:spPr>
            <a:xfrm>
              <a:off x="3386850" y="2370850"/>
              <a:ext cx="203950" cy="403025"/>
            </a:xfrm>
            <a:custGeom>
              <a:avLst/>
              <a:gdLst/>
              <a:ahLst/>
              <a:cxnLst/>
              <a:rect l="l" t="t" r="r" b="b"/>
              <a:pathLst>
                <a:path w="8158" h="16121" extrusionOk="0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7" name="Google Shape;819;p47">
              <a:extLst>
                <a:ext uri="{FF2B5EF4-FFF2-40B4-BE49-F238E27FC236}">
                  <a16:creationId xmlns:a16="http://schemas.microsoft.com/office/drawing/2014/main" id="{A99D492E-CCC9-F01D-58D7-5B792EE8DE9C}"/>
                </a:ext>
              </a:extLst>
            </p:cNvPr>
            <p:cNvSpPr/>
            <p:nvPr/>
          </p:nvSpPr>
          <p:spPr>
            <a:xfrm>
              <a:off x="3446075" y="2264625"/>
              <a:ext cx="85500" cy="94050"/>
            </a:xfrm>
            <a:custGeom>
              <a:avLst/>
              <a:gdLst/>
              <a:ahLst/>
              <a:cxnLst/>
              <a:rect l="l" t="t" r="r" b="b"/>
              <a:pathLst>
                <a:path w="3420" h="3762" extrusionOk="0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28" name="Google Shape;820;p47">
            <a:extLst>
              <a:ext uri="{FF2B5EF4-FFF2-40B4-BE49-F238E27FC236}">
                <a16:creationId xmlns:a16="http://schemas.microsoft.com/office/drawing/2014/main" id="{AC97D4C4-C1AC-7BDF-E7FC-4BEB2C467677}"/>
              </a:ext>
            </a:extLst>
          </p:cNvPr>
          <p:cNvGrpSpPr/>
          <p:nvPr/>
        </p:nvGrpSpPr>
        <p:grpSpPr>
          <a:xfrm>
            <a:off x="5643182" y="3365248"/>
            <a:ext cx="82789" cy="187944"/>
            <a:chOff x="4753325" y="2329350"/>
            <a:chExt cx="167300" cy="379800"/>
          </a:xfrm>
        </p:grpSpPr>
        <p:sp>
          <p:nvSpPr>
            <p:cNvPr id="129" name="Google Shape;821;p47">
              <a:extLst>
                <a:ext uri="{FF2B5EF4-FFF2-40B4-BE49-F238E27FC236}">
                  <a16:creationId xmlns:a16="http://schemas.microsoft.com/office/drawing/2014/main" id="{FC6DB3BA-B2A1-CDC4-D057-D7E20F605D1F}"/>
                </a:ext>
              </a:extLst>
            </p:cNvPr>
            <p:cNvSpPr/>
            <p:nvPr/>
          </p:nvSpPr>
          <p:spPr>
            <a:xfrm>
              <a:off x="4753325" y="2424600"/>
              <a:ext cx="167300" cy="284550"/>
            </a:xfrm>
            <a:custGeom>
              <a:avLst/>
              <a:gdLst/>
              <a:ahLst/>
              <a:cxnLst/>
              <a:rect l="l" t="t" r="r" b="b"/>
              <a:pathLst>
                <a:path w="6692" h="11382" extrusionOk="0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0" name="Google Shape;822;p47">
              <a:extLst>
                <a:ext uri="{FF2B5EF4-FFF2-40B4-BE49-F238E27FC236}">
                  <a16:creationId xmlns:a16="http://schemas.microsoft.com/office/drawing/2014/main" id="{973477F0-8226-9DAE-BF8B-796C8AFD8635}"/>
                </a:ext>
              </a:extLst>
            </p:cNvPr>
            <p:cNvSpPr/>
            <p:nvPr/>
          </p:nvSpPr>
          <p:spPr>
            <a:xfrm>
              <a:off x="4798500" y="2329350"/>
              <a:ext cx="76950" cy="84275"/>
            </a:xfrm>
            <a:custGeom>
              <a:avLst/>
              <a:gdLst/>
              <a:ahLst/>
              <a:cxnLst/>
              <a:rect l="l" t="t" r="r" b="b"/>
              <a:pathLst>
                <a:path w="3078" h="3371" extrusionOk="0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31" name="Google Shape;823;p47">
            <a:extLst>
              <a:ext uri="{FF2B5EF4-FFF2-40B4-BE49-F238E27FC236}">
                <a16:creationId xmlns:a16="http://schemas.microsoft.com/office/drawing/2014/main" id="{5FF92D1E-BF0F-25DD-9FA3-2D12901E9120}"/>
              </a:ext>
            </a:extLst>
          </p:cNvPr>
          <p:cNvGrpSpPr/>
          <p:nvPr/>
        </p:nvGrpSpPr>
        <p:grpSpPr>
          <a:xfrm>
            <a:off x="5308091" y="3334420"/>
            <a:ext cx="85832" cy="249590"/>
            <a:chOff x="4076175" y="2267050"/>
            <a:chExt cx="173450" cy="504375"/>
          </a:xfrm>
        </p:grpSpPr>
        <p:sp>
          <p:nvSpPr>
            <p:cNvPr id="132" name="Google Shape;824;p47">
              <a:extLst>
                <a:ext uri="{FF2B5EF4-FFF2-40B4-BE49-F238E27FC236}">
                  <a16:creationId xmlns:a16="http://schemas.microsoft.com/office/drawing/2014/main" id="{7F52C0B1-C8A1-4B4E-D33C-CF4F50BAF0D9}"/>
                </a:ext>
              </a:extLst>
            </p:cNvPr>
            <p:cNvSpPr/>
            <p:nvPr/>
          </p:nvSpPr>
          <p:spPr>
            <a:xfrm>
              <a:off x="4122600" y="2267050"/>
              <a:ext cx="80600" cy="91625"/>
            </a:xfrm>
            <a:custGeom>
              <a:avLst/>
              <a:gdLst/>
              <a:ahLst/>
              <a:cxnLst/>
              <a:rect l="l" t="t" r="r" b="b"/>
              <a:pathLst>
                <a:path w="3224" h="3665" extrusionOk="0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3" name="Google Shape;825;p47">
              <a:extLst>
                <a:ext uri="{FF2B5EF4-FFF2-40B4-BE49-F238E27FC236}">
                  <a16:creationId xmlns:a16="http://schemas.microsoft.com/office/drawing/2014/main" id="{1DAE05F8-4050-AD1B-CC48-466205246293}"/>
                </a:ext>
              </a:extLst>
            </p:cNvPr>
            <p:cNvSpPr/>
            <p:nvPr/>
          </p:nvSpPr>
          <p:spPr>
            <a:xfrm>
              <a:off x="4076175" y="2370250"/>
              <a:ext cx="173450" cy="401175"/>
            </a:xfrm>
            <a:custGeom>
              <a:avLst/>
              <a:gdLst/>
              <a:ahLst/>
              <a:cxnLst/>
              <a:rect l="l" t="t" r="r" b="b"/>
              <a:pathLst>
                <a:path w="6938" h="16047" extrusionOk="0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34" name="Google Shape;826;p47">
            <a:extLst>
              <a:ext uri="{FF2B5EF4-FFF2-40B4-BE49-F238E27FC236}">
                <a16:creationId xmlns:a16="http://schemas.microsoft.com/office/drawing/2014/main" id="{0D39346B-E018-ACDF-7C82-10E379C4B279}"/>
              </a:ext>
            </a:extLst>
          </p:cNvPr>
          <p:cNvSpPr/>
          <p:nvPr/>
        </p:nvSpPr>
        <p:spPr>
          <a:xfrm>
            <a:off x="5923580" y="3360720"/>
            <a:ext cx="189157" cy="199424"/>
          </a:xfrm>
          <a:custGeom>
            <a:avLst/>
            <a:gdLst/>
            <a:ahLst/>
            <a:cxnLst/>
            <a:rect l="l" t="t" r="r" b="b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135" name="Google Shape;827;p47">
            <a:extLst>
              <a:ext uri="{FF2B5EF4-FFF2-40B4-BE49-F238E27FC236}">
                <a16:creationId xmlns:a16="http://schemas.microsoft.com/office/drawing/2014/main" id="{B66757B6-DC6C-F5B2-7776-C52AB6380D77}"/>
              </a:ext>
            </a:extLst>
          </p:cNvPr>
          <p:cNvGrpSpPr/>
          <p:nvPr/>
        </p:nvGrpSpPr>
        <p:grpSpPr>
          <a:xfrm>
            <a:off x="6247765" y="3364337"/>
            <a:ext cx="207887" cy="192175"/>
            <a:chOff x="5975075" y="2327500"/>
            <a:chExt cx="420100" cy="388350"/>
          </a:xfrm>
        </p:grpSpPr>
        <p:sp>
          <p:nvSpPr>
            <p:cNvPr id="136" name="Google Shape;828;p47">
              <a:extLst>
                <a:ext uri="{FF2B5EF4-FFF2-40B4-BE49-F238E27FC236}">
                  <a16:creationId xmlns:a16="http://schemas.microsoft.com/office/drawing/2014/main" id="{2537EDAF-D6C8-B9A4-FAF5-EB36F6F12654}"/>
                </a:ext>
              </a:extLst>
            </p:cNvPr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7" name="Google Shape;829;p47">
              <a:extLst>
                <a:ext uri="{FF2B5EF4-FFF2-40B4-BE49-F238E27FC236}">
                  <a16:creationId xmlns:a16="http://schemas.microsoft.com/office/drawing/2014/main" id="{FDEBB933-6305-E4C3-A3F0-7DFC98AF4EBE}"/>
                </a:ext>
              </a:extLst>
            </p:cNvPr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38" name="Google Shape;830;p47">
            <a:extLst>
              <a:ext uri="{FF2B5EF4-FFF2-40B4-BE49-F238E27FC236}">
                <a16:creationId xmlns:a16="http://schemas.microsoft.com/office/drawing/2014/main" id="{E1768780-9684-A319-FC27-25E27A92DECB}"/>
              </a:ext>
            </a:extLst>
          </p:cNvPr>
          <p:cNvGrpSpPr/>
          <p:nvPr/>
        </p:nvGrpSpPr>
        <p:grpSpPr>
          <a:xfrm>
            <a:off x="6621513" y="3358596"/>
            <a:ext cx="127523" cy="207887"/>
            <a:chOff x="6730350" y="2315900"/>
            <a:chExt cx="257700" cy="420100"/>
          </a:xfrm>
        </p:grpSpPr>
        <p:sp>
          <p:nvSpPr>
            <p:cNvPr id="139" name="Google Shape;831;p47">
              <a:extLst>
                <a:ext uri="{FF2B5EF4-FFF2-40B4-BE49-F238E27FC236}">
                  <a16:creationId xmlns:a16="http://schemas.microsoft.com/office/drawing/2014/main" id="{72796AD6-3B3C-468B-0CE6-FACF402BAF0B}"/>
                </a:ext>
              </a:extLst>
            </p:cNvPr>
            <p:cNvSpPr/>
            <p:nvPr/>
          </p:nvSpPr>
          <p:spPr>
            <a:xfrm>
              <a:off x="6807900" y="26712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0" name="Google Shape;832;p47">
              <a:extLst>
                <a:ext uri="{FF2B5EF4-FFF2-40B4-BE49-F238E27FC236}">
                  <a16:creationId xmlns:a16="http://schemas.microsoft.com/office/drawing/2014/main" id="{164F5CB2-F97D-124A-F0C2-D8D1EBE080A0}"/>
                </a:ext>
              </a:extLst>
            </p:cNvPr>
            <p:cNvSpPr/>
            <p:nvPr/>
          </p:nvSpPr>
          <p:spPr>
            <a:xfrm>
              <a:off x="6807900" y="26364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1" name="Google Shape;833;p47">
              <a:extLst>
                <a:ext uri="{FF2B5EF4-FFF2-40B4-BE49-F238E27FC236}">
                  <a16:creationId xmlns:a16="http://schemas.microsoft.com/office/drawing/2014/main" id="{7454404B-F830-A044-F688-AC308069A25D}"/>
                </a:ext>
              </a:extLst>
            </p:cNvPr>
            <p:cNvSpPr/>
            <p:nvPr/>
          </p:nvSpPr>
          <p:spPr>
            <a:xfrm>
              <a:off x="6807900" y="2706075"/>
              <a:ext cx="102600" cy="29925"/>
            </a:xfrm>
            <a:custGeom>
              <a:avLst/>
              <a:gdLst/>
              <a:ahLst/>
              <a:cxnLst/>
              <a:rect l="l" t="t" r="r" b="b"/>
              <a:pathLst>
                <a:path w="4104" h="1197" extrusionOk="0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2" name="Google Shape;834;p47">
              <a:extLst>
                <a:ext uri="{FF2B5EF4-FFF2-40B4-BE49-F238E27FC236}">
                  <a16:creationId xmlns:a16="http://schemas.microsoft.com/office/drawing/2014/main" id="{164C7680-419A-5D20-3293-942FF9A8B0E9}"/>
                </a:ext>
              </a:extLst>
            </p:cNvPr>
            <p:cNvSpPr/>
            <p:nvPr/>
          </p:nvSpPr>
          <p:spPr>
            <a:xfrm>
              <a:off x="6811575" y="2463675"/>
              <a:ext cx="95275" cy="160600"/>
            </a:xfrm>
            <a:custGeom>
              <a:avLst/>
              <a:gdLst/>
              <a:ahLst/>
              <a:cxnLst/>
              <a:rect l="l" t="t" r="r" b="b"/>
              <a:pathLst>
                <a:path w="3811" h="6424" extrusionOk="0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3" name="Google Shape;835;p47">
              <a:extLst>
                <a:ext uri="{FF2B5EF4-FFF2-40B4-BE49-F238E27FC236}">
                  <a16:creationId xmlns:a16="http://schemas.microsoft.com/office/drawing/2014/main" id="{68F2BAFF-D369-43CE-833D-86B412F4328B}"/>
                </a:ext>
              </a:extLst>
            </p:cNvPr>
            <p:cNvSpPr/>
            <p:nvPr/>
          </p:nvSpPr>
          <p:spPr>
            <a:xfrm>
              <a:off x="6730350" y="2315900"/>
              <a:ext cx="257700" cy="308375"/>
            </a:xfrm>
            <a:custGeom>
              <a:avLst/>
              <a:gdLst/>
              <a:ahLst/>
              <a:cxnLst/>
              <a:rect l="l" t="t" r="r" b="b"/>
              <a:pathLst>
                <a:path w="10308" h="12335" extrusionOk="0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44" name="Google Shape;836;p47">
            <a:extLst>
              <a:ext uri="{FF2B5EF4-FFF2-40B4-BE49-F238E27FC236}">
                <a16:creationId xmlns:a16="http://schemas.microsoft.com/office/drawing/2014/main" id="{EA9C2E79-4935-A2B7-4FA3-DF1CE823C764}"/>
              </a:ext>
            </a:extLst>
          </p:cNvPr>
          <p:cNvGrpSpPr/>
          <p:nvPr/>
        </p:nvGrpSpPr>
        <p:grpSpPr>
          <a:xfrm>
            <a:off x="3650842" y="3676154"/>
            <a:ext cx="64677" cy="235685"/>
            <a:chOff x="727175" y="2957625"/>
            <a:chExt cx="130700" cy="476275"/>
          </a:xfrm>
        </p:grpSpPr>
        <p:sp>
          <p:nvSpPr>
            <p:cNvPr id="145" name="Google Shape;837;p47">
              <a:extLst>
                <a:ext uri="{FF2B5EF4-FFF2-40B4-BE49-F238E27FC236}">
                  <a16:creationId xmlns:a16="http://schemas.microsoft.com/office/drawing/2014/main" id="{F94D213C-8236-FDEF-92ED-D635E84F79CE}"/>
                </a:ext>
              </a:extLst>
            </p:cNvPr>
            <p:cNvSpPr/>
            <p:nvPr/>
          </p:nvSpPr>
          <p:spPr>
            <a:xfrm>
              <a:off x="727175" y="2957625"/>
              <a:ext cx="130700" cy="476275"/>
            </a:xfrm>
            <a:custGeom>
              <a:avLst/>
              <a:gdLst/>
              <a:ahLst/>
              <a:cxnLst/>
              <a:rect l="l" t="t" r="r" b="b"/>
              <a:pathLst>
                <a:path w="5228" h="19051" extrusionOk="0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6" name="Google Shape;838;p47">
              <a:extLst>
                <a:ext uri="{FF2B5EF4-FFF2-40B4-BE49-F238E27FC236}">
                  <a16:creationId xmlns:a16="http://schemas.microsoft.com/office/drawing/2014/main" id="{047E48C6-293F-65F1-9174-E366AE5F70D6}"/>
                </a:ext>
              </a:extLst>
            </p:cNvPr>
            <p:cNvSpPr/>
            <p:nvPr/>
          </p:nvSpPr>
          <p:spPr>
            <a:xfrm>
              <a:off x="751600" y="3090125"/>
              <a:ext cx="81850" cy="319350"/>
            </a:xfrm>
            <a:custGeom>
              <a:avLst/>
              <a:gdLst/>
              <a:ahLst/>
              <a:cxnLst/>
              <a:rect l="l" t="t" r="r" b="b"/>
              <a:pathLst>
                <a:path w="3274" h="12774" extrusionOk="0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47" name="Google Shape;839;p47">
            <a:extLst>
              <a:ext uri="{FF2B5EF4-FFF2-40B4-BE49-F238E27FC236}">
                <a16:creationId xmlns:a16="http://schemas.microsoft.com/office/drawing/2014/main" id="{9D7D9EF5-B1B0-E4CB-40DF-763B46264591}"/>
              </a:ext>
            </a:extLst>
          </p:cNvPr>
          <p:cNvSpPr/>
          <p:nvPr/>
        </p:nvSpPr>
        <p:spPr>
          <a:xfrm>
            <a:off x="4251209" y="3666803"/>
            <a:ext cx="198212" cy="254415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48" name="Google Shape;840;p47">
            <a:extLst>
              <a:ext uri="{FF2B5EF4-FFF2-40B4-BE49-F238E27FC236}">
                <a16:creationId xmlns:a16="http://schemas.microsoft.com/office/drawing/2014/main" id="{2F303B3C-5DFC-BDAC-CC37-413824AECB33}"/>
              </a:ext>
            </a:extLst>
          </p:cNvPr>
          <p:cNvSpPr/>
          <p:nvPr/>
        </p:nvSpPr>
        <p:spPr>
          <a:xfrm>
            <a:off x="3943327" y="3666803"/>
            <a:ext cx="146847" cy="254415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149" name="Google Shape;841;p47">
            <a:extLst>
              <a:ext uri="{FF2B5EF4-FFF2-40B4-BE49-F238E27FC236}">
                <a16:creationId xmlns:a16="http://schemas.microsoft.com/office/drawing/2014/main" id="{C5A2186E-86EB-8746-094E-FB3D8275AD00}"/>
              </a:ext>
            </a:extLst>
          </p:cNvPr>
          <p:cNvGrpSpPr/>
          <p:nvPr/>
        </p:nvGrpSpPr>
        <p:grpSpPr>
          <a:xfrm>
            <a:off x="4569357" y="3683697"/>
            <a:ext cx="229041" cy="220580"/>
            <a:chOff x="2583325" y="2972875"/>
            <a:chExt cx="462850" cy="445750"/>
          </a:xfrm>
        </p:grpSpPr>
        <p:sp>
          <p:nvSpPr>
            <p:cNvPr id="150" name="Google Shape;842;p47">
              <a:extLst>
                <a:ext uri="{FF2B5EF4-FFF2-40B4-BE49-F238E27FC236}">
                  <a16:creationId xmlns:a16="http://schemas.microsoft.com/office/drawing/2014/main" id="{D2CEEBE9-4454-F515-A62D-9A44A1D7C116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1" name="Google Shape;843;p47">
              <a:extLst>
                <a:ext uri="{FF2B5EF4-FFF2-40B4-BE49-F238E27FC236}">
                  <a16:creationId xmlns:a16="http://schemas.microsoft.com/office/drawing/2014/main" id="{F9642621-29E3-204F-C464-0EB535483320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52" name="Google Shape;844;p47">
            <a:extLst>
              <a:ext uri="{FF2B5EF4-FFF2-40B4-BE49-F238E27FC236}">
                <a16:creationId xmlns:a16="http://schemas.microsoft.com/office/drawing/2014/main" id="{11DE911C-28F1-7F19-FD27-677D6DB5E579}"/>
              </a:ext>
            </a:extLst>
          </p:cNvPr>
          <p:cNvGrpSpPr/>
          <p:nvPr/>
        </p:nvGrpSpPr>
        <p:grpSpPr>
          <a:xfrm>
            <a:off x="4895068" y="3716645"/>
            <a:ext cx="244753" cy="154703"/>
            <a:chOff x="3241525" y="3039450"/>
            <a:chExt cx="494600" cy="312625"/>
          </a:xfrm>
        </p:grpSpPr>
        <p:sp>
          <p:nvSpPr>
            <p:cNvPr id="153" name="Google Shape;845;p47">
              <a:extLst>
                <a:ext uri="{FF2B5EF4-FFF2-40B4-BE49-F238E27FC236}">
                  <a16:creationId xmlns:a16="http://schemas.microsoft.com/office/drawing/2014/main" id="{00F778D4-80A9-11CF-1EAF-EF53E903D930}"/>
                </a:ext>
              </a:extLst>
            </p:cNvPr>
            <p:cNvSpPr/>
            <p:nvPr/>
          </p:nvSpPr>
          <p:spPr>
            <a:xfrm>
              <a:off x="3241525" y="3039450"/>
              <a:ext cx="494600" cy="312625"/>
            </a:xfrm>
            <a:custGeom>
              <a:avLst/>
              <a:gdLst/>
              <a:ahLst/>
              <a:cxnLst/>
              <a:rect l="l" t="t" r="r" b="b"/>
              <a:pathLst>
                <a:path w="19784" h="12505" extrusionOk="0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4" name="Google Shape;846;p47">
              <a:extLst>
                <a:ext uri="{FF2B5EF4-FFF2-40B4-BE49-F238E27FC236}">
                  <a16:creationId xmlns:a16="http://schemas.microsoft.com/office/drawing/2014/main" id="{AA99FB87-CC34-6B54-6B0B-EBC718812EC2}"/>
                </a:ext>
              </a:extLst>
            </p:cNvPr>
            <p:cNvSpPr/>
            <p:nvPr/>
          </p:nvSpPr>
          <p:spPr>
            <a:xfrm>
              <a:off x="3384400" y="3091350"/>
              <a:ext cx="208850" cy="208825"/>
            </a:xfrm>
            <a:custGeom>
              <a:avLst/>
              <a:gdLst/>
              <a:ahLst/>
              <a:cxnLst/>
              <a:rect l="l" t="t" r="r" b="b"/>
              <a:pathLst>
                <a:path w="8354" h="8353" extrusionOk="0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55" name="Google Shape;847;p47">
            <a:extLst>
              <a:ext uri="{FF2B5EF4-FFF2-40B4-BE49-F238E27FC236}">
                <a16:creationId xmlns:a16="http://schemas.microsoft.com/office/drawing/2014/main" id="{13E7BCAE-133A-4A0B-0D06-D7CBFF7E50CF}"/>
              </a:ext>
            </a:extLst>
          </p:cNvPr>
          <p:cNvSpPr/>
          <p:nvPr/>
        </p:nvSpPr>
        <p:spPr>
          <a:xfrm>
            <a:off x="5579435" y="3688861"/>
            <a:ext cx="210311" cy="210299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156" name="Google Shape;848;p47">
            <a:extLst>
              <a:ext uri="{FF2B5EF4-FFF2-40B4-BE49-F238E27FC236}">
                <a16:creationId xmlns:a16="http://schemas.microsoft.com/office/drawing/2014/main" id="{5B8DF643-5677-0FAE-B8EE-B9D05B07BDDD}"/>
              </a:ext>
            </a:extLst>
          </p:cNvPr>
          <p:cNvGrpSpPr/>
          <p:nvPr/>
        </p:nvGrpSpPr>
        <p:grpSpPr>
          <a:xfrm>
            <a:off x="5891535" y="3700324"/>
            <a:ext cx="253215" cy="187338"/>
            <a:chOff x="5255200" y="3006475"/>
            <a:chExt cx="511700" cy="378575"/>
          </a:xfrm>
        </p:grpSpPr>
        <p:sp>
          <p:nvSpPr>
            <p:cNvPr id="157" name="Google Shape;849;p47">
              <a:extLst>
                <a:ext uri="{FF2B5EF4-FFF2-40B4-BE49-F238E27FC236}">
                  <a16:creationId xmlns:a16="http://schemas.microsoft.com/office/drawing/2014/main" id="{FEA7EA1B-D6E7-7A81-6C4E-5FDB3A7576DC}"/>
                </a:ext>
              </a:extLst>
            </p:cNvPr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l" t="t" r="r" b="b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8" name="Google Shape;850;p47">
              <a:extLst>
                <a:ext uri="{FF2B5EF4-FFF2-40B4-BE49-F238E27FC236}">
                  <a16:creationId xmlns:a16="http://schemas.microsoft.com/office/drawing/2014/main" id="{1BE6E608-65C9-09E8-9987-443E84B1F941}"/>
                </a:ext>
              </a:extLst>
            </p:cNvPr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l" t="t" r="r" b="b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59" name="Google Shape;851;p47">
            <a:extLst>
              <a:ext uri="{FF2B5EF4-FFF2-40B4-BE49-F238E27FC236}">
                <a16:creationId xmlns:a16="http://schemas.microsoft.com/office/drawing/2014/main" id="{CF4EDC48-4B21-5FAF-EBBD-648F92D545FB}"/>
              </a:ext>
            </a:extLst>
          </p:cNvPr>
          <p:cNvGrpSpPr/>
          <p:nvPr/>
        </p:nvGrpSpPr>
        <p:grpSpPr>
          <a:xfrm>
            <a:off x="5248573" y="3689453"/>
            <a:ext cx="204868" cy="209087"/>
            <a:chOff x="3955900" y="2984500"/>
            <a:chExt cx="414000" cy="422525"/>
          </a:xfrm>
        </p:grpSpPr>
        <p:sp>
          <p:nvSpPr>
            <p:cNvPr id="160" name="Google Shape;852;p47">
              <a:extLst>
                <a:ext uri="{FF2B5EF4-FFF2-40B4-BE49-F238E27FC236}">
                  <a16:creationId xmlns:a16="http://schemas.microsoft.com/office/drawing/2014/main" id="{92FA12DE-88CF-8C5E-7905-B9E342856BF8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1" name="Google Shape;853;p47">
              <a:extLst>
                <a:ext uri="{FF2B5EF4-FFF2-40B4-BE49-F238E27FC236}">
                  <a16:creationId xmlns:a16="http://schemas.microsoft.com/office/drawing/2014/main" id="{6D677032-8776-BF73-F74E-85D1AA51810C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2" name="Google Shape;854;p47">
              <a:extLst>
                <a:ext uri="{FF2B5EF4-FFF2-40B4-BE49-F238E27FC236}">
                  <a16:creationId xmlns:a16="http://schemas.microsoft.com/office/drawing/2014/main" id="{4AA625D8-BA80-52B8-4783-29E89BED3B7B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63" name="Google Shape;855;p47">
            <a:extLst>
              <a:ext uri="{FF2B5EF4-FFF2-40B4-BE49-F238E27FC236}">
                <a16:creationId xmlns:a16="http://schemas.microsoft.com/office/drawing/2014/main" id="{7472E074-E084-CE32-4CC2-ED77CED3FDEB}"/>
              </a:ext>
            </a:extLst>
          </p:cNvPr>
          <p:cNvSpPr/>
          <p:nvPr/>
        </p:nvSpPr>
        <p:spPr>
          <a:xfrm>
            <a:off x="3569872" y="4037535"/>
            <a:ext cx="229029" cy="180089"/>
          </a:xfrm>
          <a:custGeom>
            <a:avLst/>
            <a:gdLst/>
            <a:ahLst/>
            <a:cxnLst/>
            <a:rect l="l" t="t" r="r" b="b"/>
            <a:pathLst>
              <a:path w="18513" h="14557" extrusionOk="0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64" name="Google Shape;856;p47">
            <a:extLst>
              <a:ext uri="{FF2B5EF4-FFF2-40B4-BE49-F238E27FC236}">
                <a16:creationId xmlns:a16="http://schemas.microsoft.com/office/drawing/2014/main" id="{A29D393E-0B92-06B0-F3D7-494B7C60E3A0}"/>
              </a:ext>
            </a:extLst>
          </p:cNvPr>
          <p:cNvSpPr/>
          <p:nvPr/>
        </p:nvSpPr>
        <p:spPr>
          <a:xfrm>
            <a:off x="6271952" y="3679182"/>
            <a:ext cx="159540" cy="229648"/>
          </a:xfrm>
          <a:custGeom>
            <a:avLst/>
            <a:gdLst/>
            <a:ahLst/>
            <a:cxnLst/>
            <a:rect l="l" t="t" r="r" b="b"/>
            <a:pathLst>
              <a:path w="12896" h="18563" extrusionOk="0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165" name="Google Shape;857;p47">
            <a:extLst>
              <a:ext uri="{FF2B5EF4-FFF2-40B4-BE49-F238E27FC236}">
                <a16:creationId xmlns:a16="http://schemas.microsoft.com/office/drawing/2014/main" id="{6F8668A0-7581-A06E-B49D-053C5A82E99C}"/>
              </a:ext>
            </a:extLst>
          </p:cNvPr>
          <p:cNvGrpSpPr/>
          <p:nvPr/>
        </p:nvGrpSpPr>
        <p:grpSpPr>
          <a:xfrm>
            <a:off x="6607014" y="3686419"/>
            <a:ext cx="156521" cy="222398"/>
            <a:chOff x="6701050" y="2978375"/>
            <a:chExt cx="316300" cy="449425"/>
          </a:xfrm>
        </p:grpSpPr>
        <p:sp>
          <p:nvSpPr>
            <p:cNvPr id="166" name="Google Shape;858;p47">
              <a:extLst>
                <a:ext uri="{FF2B5EF4-FFF2-40B4-BE49-F238E27FC236}">
                  <a16:creationId xmlns:a16="http://schemas.microsoft.com/office/drawing/2014/main" id="{DCD8BC5D-A5FA-2A83-C47C-CAF9F57CFBF5}"/>
                </a:ext>
              </a:extLst>
            </p:cNvPr>
            <p:cNvSpPr/>
            <p:nvPr/>
          </p:nvSpPr>
          <p:spPr>
            <a:xfrm>
              <a:off x="6701050" y="2978375"/>
              <a:ext cx="316300" cy="78175"/>
            </a:xfrm>
            <a:custGeom>
              <a:avLst/>
              <a:gdLst/>
              <a:ahLst/>
              <a:cxnLst/>
              <a:rect l="l" t="t" r="r" b="b"/>
              <a:pathLst>
                <a:path w="12652" h="3127" extrusionOk="0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7" name="Google Shape;859;p47">
              <a:extLst>
                <a:ext uri="{FF2B5EF4-FFF2-40B4-BE49-F238E27FC236}">
                  <a16:creationId xmlns:a16="http://schemas.microsoft.com/office/drawing/2014/main" id="{00AD4DD8-9907-B94C-2CD4-4272C0F4FA6F}"/>
                </a:ext>
              </a:extLst>
            </p:cNvPr>
            <p:cNvSpPr/>
            <p:nvPr/>
          </p:nvSpPr>
          <p:spPr>
            <a:xfrm>
              <a:off x="6713875" y="3068750"/>
              <a:ext cx="290650" cy="359050"/>
            </a:xfrm>
            <a:custGeom>
              <a:avLst/>
              <a:gdLst/>
              <a:ahLst/>
              <a:cxnLst/>
              <a:rect l="l" t="t" r="r" b="b"/>
              <a:pathLst>
                <a:path w="11626" h="14362" extrusionOk="0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68" name="Google Shape;860;p47">
            <a:extLst>
              <a:ext uri="{FF2B5EF4-FFF2-40B4-BE49-F238E27FC236}">
                <a16:creationId xmlns:a16="http://schemas.microsoft.com/office/drawing/2014/main" id="{25F45604-3CB0-11CC-01CE-0D4BCEE967DC}"/>
              </a:ext>
            </a:extLst>
          </p:cNvPr>
          <p:cNvGrpSpPr/>
          <p:nvPr/>
        </p:nvGrpSpPr>
        <p:grpSpPr>
          <a:xfrm>
            <a:off x="3905241" y="4052621"/>
            <a:ext cx="223004" cy="149878"/>
            <a:chOff x="1241275" y="3718400"/>
            <a:chExt cx="450650" cy="302875"/>
          </a:xfrm>
        </p:grpSpPr>
        <p:sp>
          <p:nvSpPr>
            <p:cNvPr id="169" name="Google Shape;861;p47">
              <a:extLst>
                <a:ext uri="{FF2B5EF4-FFF2-40B4-BE49-F238E27FC236}">
                  <a16:creationId xmlns:a16="http://schemas.microsoft.com/office/drawing/2014/main" id="{975E6D82-5060-8144-B923-D1A568484620}"/>
                </a:ext>
              </a:extLst>
            </p:cNvPr>
            <p:cNvSpPr/>
            <p:nvPr/>
          </p:nvSpPr>
          <p:spPr>
            <a:xfrm>
              <a:off x="1241275" y="3718400"/>
              <a:ext cx="450650" cy="302875"/>
            </a:xfrm>
            <a:custGeom>
              <a:avLst/>
              <a:gdLst/>
              <a:ahLst/>
              <a:cxnLst/>
              <a:rect l="l" t="t" r="r" b="b"/>
              <a:pathLst>
                <a:path w="18026" h="12115" extrusionOk="0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" name="Google Shape;862;p47">
              <a:extLst>
                <a:ext uri="{FF2B5EF4-FFF2-40B4-BE49-F238E27FC236}">
                  <a16:creationId xmlns:a16="http://schemas.microsoft.com/office/drawing/2014/main" id="{A9F8CC76-FB36-C287-098B-468EA31796F1}"/>
                </a:ext>
              </a:extLst>
            </p:cNvPr>
            <p:cNvSpPr/>
            <p:nvPr/>
          </p:nvSpPr>
          <p:spPr>
            <a:xfrm>
              <a:off x="1293175" y="3895475"/>
              <a:ext cx="174050" cy="12225"/>
            </a:xfrm>
            <a:custGeom>
              <a:avLst/>
              <a:gdLst/>
              <a:ahLst/>
              <a:cxnLst/>
              <a:rect l="l" t="t" r="r" b="b"/>
              <a:pathLst>
                <a:path w="6962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" name="Google Shape;863;p47">
              <a:extLst>
                <a:ext uri="{FF2B5EF4-FFF2-40B4-BE49-F238E27FC236}">
                  <a16:creationId xmlns:a16="http://schemas.microsoft.com/office/drawing/2014/main" id="{0E460770-B596-38AD-20CE-C429BC2347EA}"/>
                </a:ext>
              </a:extLst>
            </p:cNvPr>
            <p:cNvSpPr/>
            <p:nvPr/>
          </p:nvSpPr>
          <p:spPr>
            <a:xfrm>
              <a:off x="1293175" y="3935775"/>
              <a:ext cx="122750" cy="12225"/>
            </a:xfrm>
            <a:custGeom>
              <a:avLst/>
              <a:gdLst/>
              <a:ahLst/>
              <a:cxnLst/>
              <a:rect l="l" t="t" r="r" b="b"/>
              <a:pathLst>
                <a:path w="4910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2" name="Google Shape;864;p47">
              <a:extLst>
                <a:ext uri="{FF2B5EF4-FFF2-40B4-BE49-F238E27FC236}">
                  <a16:creationId xmlns:a16="http://schemas.microsoft.com/office/drawing/2014/main" id="{51C2FF5D-66C3-9575-E706-DFC08311EE5C}"/>
                </a:ext>
              </a:extLst>
            </p:cNvPr>
            <p:cNvSpPr/>
            <p:nvPr/>
          </p:nvSpPr>
          <p:spPr>
            <a:xfrm>
              <a:off x="1570375" y="3901575"/>
              <a:ext cx="62300" cy="40325"/>
            </a:xfrm>
            <a:custGeom>
              <a:avLst/>
              <a:gdLst/>
              <a:ahLst/>
              <a:cxnLst/>
              <a:rect l="l" t="t" r="r" b="b"/>
              <a:pathLst>
                <a:path w="2492" h="1613" extrusionOk="0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73" name="Google Shape;865;p47">
            <a:extLst>
              <a:ext uri="{FF2B5EF4-FFF2-40B4-BE49-F238E27FC236}">
                <a16:creationId xmlns:a16="http://schemas.microsoft.com/office/drawing/2014/main" id="{2EF11656-F9B9-97E0-F7DA-CDC5B6FC34F1}"/>
              </a:ext>
            </a:extLst>
          </p:cNvPr>
          <p:cNvGrpSpPr/>
          <p:nvPr/>
        </p:nvGrpSpPr>
        <p:grpSpPr>
          <a:xfrm>
            <a:off x="4241837" y="4041139"/>
            <a:ext cx="216942" cy="173136"/>
            <a:chOff x="1921475" y="3695200"/>
            <a:chExt cx="438400" cy="349875"/>
          </a:xfrm>
        </p:grpSpPr>
        <p:sp>
          <p:nvSpPr>
            <p:cNvPr id="174" name="Google Shape;866;p47">
              <a:extLst>
                <a:ext uri="{FF2B5EF4-FFF2-40B4-BE49-F238E27FC236}">
                  <a16:creationId xmlns:a16="http://schemas.microsoft.com/office/drawing/2014/main" id="{F5182816-FCD5-1234-8409-7B24E8AB29CB}"/>
                </a:ext>
              </a:extLst>
            </p:cNvPr>
            <p:cNvSpPr/>
            <p:nvPr/>
          </p:nvSpPr>
          <p:spPr>
            <a:xfrm>
              <a:off x="2246900" y="3992550"/>
              <a:ext cx="52525" cy="52525"/>
            </a:xfrm>
            <a:custGeom>
              <a:avLst/>
              <a:gdLst/>
              <a:ahLst/>
              <a:cxnLst/>
              <a:rect l="l" t="t" r="r" b="b"/>
              <a:pathLst>
                <a:path w="2101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" name="Google Shape;867;p47">
              <a:extLst>
                <a:ext uri="{FF2B5EF4-FFF2-40B4-BE49-F238E27FC236}">
                  <a16:creationId xmlns:a16="http://schemas.microsoft.com/office/drawing/2014/main" id="{AA9A82FE-D6EE-9F67-B85E-90676418CF8F}"/>
                </a:ext>
              </a:extLst>
            </p:cNvPr>
            <p:cNvSpPr/>
            <p:nvPr/>
          </p:nvSpPr>
          <p:spPr>
            <a:xfrm>
              <a:off x="2033800" y="3992550"/>
              <a:ext cx="52550" cy="52525"/>
            </a:xfrm>
            <a:custGeom>
              <a:avLst/>
              <a:gdLst/>
              <a:ahLst/>
              <a:cxnLst/>
              <a:rect l="l" t="t" r="r" b="b"/>
              <a:pathLst>
                <a:path w="2102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" name="Google Shape;868;p47">
              <a:extLst>
                <a:ext uri="{FF2B5EF4-FFF2-40B4-BE49-F238E27FC236}">
                  <a16:creationId xmlns:a16="http://schemas.microsoft.com/office/drawing/2014/main" id="{25C80BFD-D8C5-76EC-0A24-79D6862E843F}"/>
                </a:ext>
              </a:extLst>
            </p:cNvPr>
            <p:cNvSpPr/>
            <p:nvPr/>
          </p:nvSpPr>
          <p:spPr>
            <a:xfrm>
              <a:off x="1921475" y="3695200"/>
              <a:ext cx="438400" cy="297975"/>
            </a:xfrm>
            <a:custGeom>
              <a:avLst/>
              <a:gdLst/>
              <a:ahLst/>
              <a:cxnLst/>
              <a:rect l="l" t="t" r="r" b="b"/>
              <a:pathLst>
                <a:path w="17536" h="11919" extrusionOk="0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77" name="Google Shape;869;p47">
            <a:extLst>
              <a:ext uri="{FF2B5EF4-FFF2-40B4-BE49-F238E27FC236}">
                <a16:creationId xmlns:a16="http://schemas.microsoft.com/office/drawing/2014/main" id="{F3B81929-A84F-6DAB-67C7-8FFA8502E085}"/>
              </a:ext>
            </a:extLst>
          </p:cNvPr>
          <p:cNvGrpSpPr/>
          <p:nvPr/>
        </p:nvGrpSpPr>
        <p:grpSpPr>
          <a:xfrm>
            <a:off x="4577523" y="4038417"/>
            <a:ext cx="212711" cy="178282"/>
            <a:chOff x="2599825" y="3689700"/>
            <a:chExt cx="429850" cy="360275"/>
          </a:xfrm>
        </p:grpSpPr>
        <p:sp>
          <p:nvSpPr>
            <p:cNvPr id="178" name="Google Shape;870;p47">
              <a:extLst>
                <a:ext uri="{FF2B5EF4-FFF2-40B4-BE49-F238E27FC236}">
                  <a16:creationId xmlns:a16="http://schemas.microsoft.com/office/drawing/2014/main" id="{84085E92-A476-41C5-FDCA-7E1C52B3AF64}"/>
                </a:ext>
              </a:extLst>
            </p:cNvPr>
            <p:cNvSpPr/>
            <p:nvPr/>
          </p:nvSpPr>
          <p:spPr>
            <a:xfrm>
              <a:off x="2599825" y="3689700"/>
              <a:ext cx="429850" cy="169150"/>
            </a:xfrm>
            <a:custGeom>
              <a:avLst/>
              <a:gdLst/>
              <a:ahLst/>
              <a:cxnLst/>
              <a:rect l="l" t="t" r="r" b="b"/>
              <a:pathLst>
                <a:path w="17194" h="6766" extrusionOk="0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" name="Google Shape;871;p47">
              <a:extLst>
                <a:ext uri="{FF2B5EF4-FFF2-40B4-BE49-F238E27FC236}">
                  <a16:creationId xmlns:a16="http://schemas.microsoft.com/office/drawing/2014/main" id="{7D3295AF-9836-3750-46CE-03FB4023C48B}"/>
                </a:ext>
              </a:extLst>
            </p:cNvPr>
            <p:cNvSpPr/>
            <p:nvPr/>
          </p:nvSpPr>
          <p:spPr>
            <a:xfrm>
              <a:off x="2599825" y="3861275"/>
              <a:ext cx="429850" cy="188700"/>
            </a:xfrm>
            <a:custGeom>
              <a:avLst/>
              <a:gdLst/>
              <a:ahLst/>
              <a:cxnLst/>
              <a:rect l="l" t="t" r="r" b="b"/>
              <a:pathLst>
                <a:path w="17194" h="7548" extrusionOk="0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80" name="Google Shape;872;p47">
            <a:extLst>
              <a:ext uri="{FF2B5EF4-FFF2-40B4-BE49-F238E27FC236}">
                <a16:creationId xmlns:a16="http://schemas.microsoft.com/office/drawing/2014/main" id="{BB3D4228-980D-699D-BCDE-B49FE9C37A75}"/>
              </a:ext>
            </a:extLst>
          </p:cNvPr>
          <p:cNvGrpSpPr/>
          <p:nvPr/>
        </p:nvGrpSpPr>
        <p:grpSpPr>
          <a:xfrm>
            <a:off x="4921357" y="4019987"/>
            <a:ext cx="192175" cy="200637"/>
            <a:chOff x="3294650" y="3652450"/>
            <a:chExt cx="388350" cy="405450"/>
          </a:xfrm>
        </p:grpSpPr>
        <p:sp>
          <p:nvSpPr>
            <p:cNvPr id="181" name="Google Shape;873;p47">
              <a:extLst>
                <a:ext uri="{FF2B5EF4-FFF2-40B4-BE49-F238E27FC236}">
                  <a16:creationId xmlns:a16="http://schemas.microsoft.com/office/drawing/2014/main" id="{C382BD52-D7B9-D93D-43AD-D79F3BA5B1C8}"/>
                </a:ext>
              </a:extLst>
            </p:cNvPr>
            <p:cNvSpPr/>
            <p:nvPr/>
          </p:nvSpPr>
          <p:spPr>
            <a:xfrm>
              <a:off x="3294650" y="3681775"/>
              <a:ext cx="376150" cy="376125"/>
            </a:xfrm>
            <a:custGeom>
              <a:avLst/>
              <a:gdLst/>
              <a:ahLst/>
              <a:cxnLst/>
              <a:rect l="l" t="t" r="r" b="b"/>
              <a:pathLst>
                <a:path w="15046" h="15045" extrusionOk="0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" name="Google Shape;874;p47">
              <a:extLst>
                <a:ext uri="{FF2B5EF4-FFF2-40B4-BE49-F238E27FC236}">
                  <a16:creationId xmlns:a16="http://schemas.microsoft.com/office/drawing/2014/main" id="{543189C9-FD0A-B846-340B-2B1C0EBE231E}"/>
                </a:ext>
              </a:extLst>
            </p:cNvPr>
            <p:cNvSpPr/>
            <p:nvPr/>
          </p:nvSpPr>
          <p:spPr>
            <a:xfrm>
              <a:off x="3494925" y="3760525"/>
              <a:ext cx="188075" cy="97100"/>
            </a:xfrm>
            <a:custGeom>
              <a:avLst/>
              <a:gdLst/>
              <a:ahLst/>
              <a:cxnLst/>
              <a:rect l="l" t="t" r="r" b="b"/>
              <a:pathLst>
                <a:path w="7523" h="3884" extrusionOk="0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" name="Google Shape;875;p47">
              <a:extLst>
                <a:ext uri="{FF2B5EF4-FFF2-40B4-BE49-F238E27FC236}">
                  <a16:creationId xmlns:a16="http://schemas.microsoft.com/office/drawing/2014/main" id="{92DD51FA-6FB0-2C24-B748-895B0479CE12}"/>
                </a:ext>
              </a:extLst>
            </p:cNvPr>
            <p:cNvSpPr/>
            <p:nvPr/>
          </p:nvSpPr>
          <p:spPr>
            <a:xfrm>
              <a:off x="3494925" y="3652450"/>
              <a:ext cx="161200" cy="188100"/>
            </a:xfrm>
            <a:custGeom>
              <a:avLst/>
              <a:gdLst/>
              <a:ahLst/>
              <a:cxnLst/>
              <a:rect l="l" t="t" r="r" b="b"/>
              <a:pathLst>
                <a:path w="6448" h="7524" extrusionOk="0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84" name="Google Shape;876;p47">
            <a:extLst>
              <a:ext uri="{FF2B5EF4-FFF2-40B4-BE49-F238E27FC236}">
                <a16:creationId xmlns:a16="http://schemas.microsoft.com/office/drawing/2014/main" id="{E26FCB64-0351-D706-352D-FF29518330B0}"/>
              </a:ext>
            </a:extLst>
          </p:cNvPr>
          <p:cNvGrpSpPr/>
          <p:nvPr/>
        </p:nvGrpSpPr>
        <p:grpSpPr>
          <a:xfrm>
            <a:off x="5238911" y="4045375"/>
            <a:ext cx="224192" cy="164377"/>
            <a:chOff x="3936375" y="3703750"/>
            <a:chExt cx="453050" cy="332175"/>
          </a:xfrm>
        </p:grpSpPr>
        <p:sp>
          <p:nvSpPr>
            <p:cNvPr id="185" name="Google Shape;877;p47">
              <a:extLst>
                <a:ext uri="{FF2B5EF4-FFF2-40B4-BE49-F238E27FC236}">
                  <a16:creationId xmlns:a16="http://schemas.microsoft.com/office/drawing/2014/main" id="{9917E936-D93C-0753-5BB1-C0B4A4DC8389}"/>
                </a:ext>
              </a:extLst>
            </p:cNvPr>
            <p:cNvSpPr/>
            <p:nvPr/>
          </p:nvSpPr>
          <p:spPr>
            <a:xfrm>
              <a:off x="3936375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" name="Google Shape;878;p47">
              <a:extLst>
                <a:ext uri="{FF2B5EF4-FFF2-40B4-BE49-F238E27FC236}">
                  <a16:creationId xmlns:a16="http://schemas.microsoft.com/office/drawing/2014/main" id="{CCA02223-B628-121F-CE81-CA54E11A6EE0}"/>
                </a:ext>
              </a:extLst>
            </p:cNvPr>
            <p:cNvSpPr/>
            <p:nvPr/>
          </p:nvSpPr>
          <p:spPr>
            <a:xfrm>
              <a:off x="3988875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" name="Google Shape;879;p47">
              <a:extLst>
                <a:ext uri="{FF2B5EF4-FFF2-40B4-BE49-F238E27FC236}">
                  <a16:creationId xmlns:a16="http://schemas.microsoft.com/office/drawing/2014/main" id="{92F61689-FE44-7D55-4BAE-7AA4D05BEC27}"/>
                </a:ext>
              </a:extLst>
            </p:cNvPr>
            <p:cNvSpPr/>
            <p:nvPr/>
          </p:nvSpPr>
          <p:spPr>
            <a:xfrm>
              <a:off x="4259350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8" name="Google Shape;880;p47">
              <a:extLst>
                <a:ext uri="{FF2B5EF4-FFF2-40B4-BE49-F238E27FC236}">
                  <a16:creationId xmlns:a16="http://schemas.microsoft.com/office/drawing/2014/main" id="{6F09818B-1408-19F6-A52D-66582D56194A}"/>
                </a:ext>
              </a:extLst>
            </p:cNvPr>
            <p:cNvSpPr/>
            <p:nvPr/>
          </p:nvSpPr>
          <p:spPr>
            <a:xfrm>
              <a:off x="4078625" y="3717800"/>
              <a:ext cx="77575" cy="279650"/>
            </a:xfrm>
            <a:custGeom>
              <a:avLst/>
              <a:gdLst/>
              <a:ahLst/>
              <a:cxnLst/>
              <a:rect l="l" t="t" r="r" b="b"/>
              <a:pathLst>
                <a:path w="3103" h="1118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9" name="Google Shape;881;p47">
              <a:extLst>
                <a:ext uri="{FF2B5EF4-FFF2-40B4-BE49-F238E27FC236}">
                  <a16:creationId xmlns:a16="http://schemas.microsoft.com/office/drawing/2014/main" id="{3FF4E233-C73B-C14E-0811-C6A1945C6437}"/>
                </a:ext>
              </a:extLst>
            </p:cNvPr>
            <p:cNvSpPr/>
            <p:nvPr/>
          </p:nvSpPr>
          <p:spPr>
            <a:xfrm>
              <a:off x="4168375" y="3788625"/>
              <a:ext cx="78175" cy="208825"/>
            </a:xfrm>
            <a:custGeom>
              <a:avLst/>
              <a:gdLst/>
              <a:ahLst/>
              <a:cxnLst/>
              <a:rect l="l" t="t" r="r" b="b"/>
              <a:pathLst>
                <a:path w="3127" h="8353" extrusionOk="0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90" name="Google Shape;882;p47">
            <a:extLst>
              <a:ext uri="{FF2B5EF4-FFF2-40B4-BE49-F238E27FC236}">
                <a16:creationId xmlns:a16="http://schemas.microsoft.com/office/drawing/2014/main" id="{393B60DA-9311-441F-BE40-14DCAD20271E}"/>
              </a:ext>
            </a:extLst>
          </p:cNvPr>
          <p:cNvGrpSpPr/>
          <p:nvPr/>
        </p:nvGrpSpPr>
        <p:grpSpPr>
          <a:xfrm>
            <a:off x="5572476" y="4045375"/>
            <a:ext cx="224192" cy="164377"/>
            <a:chOff x="4610450" y="3703750"/>
            <a:chExt cx="453050" cy="332175"/>
          </a:xfrm>
        </p:grpSpPr>
        <p:sp>
          <p:nvSpPr>
            <p:cNvPr id="191" name="Google Shape;883;p47">
              <a:extLst>
                <a:ext uri="{FF2B5EF4-FFF2-40B4-BE49-F238E27FC236}">
                  <a16:creationId xmlns:a16="http://schemas.microsoft.com/office/drawing/2014/main" id="{02384A43-69B7-2C48-3889-AC8AFC7C3079}"/>
                </a:ext>
              </a:extLst>
            </p:cNvPr>
            <p:cNvSpPr/>
            <p:nvPr/>
          </p:nvSpPr>
          <p:spPr>
            <a:xfrm>
              <a:off x="4610450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2" name="Google Shape;884;p47">
              <a:extLst>
                <a:ext uri="{FF2B5EF4-FFF2-40B4-BE49-F238E27FC236}">
                  <a16:creationId xmlns:a16="http://schemas.microsoft.com/office/drawing/2014/main" id="{B5D0C5B6-C1EE-D190-0410-08E940931BA8}"/>
                </a:ext>
              </a:extLst>
            </p:cNvPr>
            <p:cNvSpPr/>
            <p:nvPr/>
          </p:nvSpPr>
          <p:spPr>
            <a:xfrm>
              <a:off x="4642200" y="3730000"/>
              <a:ext cx="389550" cy="249150"/>
            </a:xfrm>
            <a:custGeom>
              <a:avLst/>
              <a:gdLst/>
              <a:ahLst/>
              <a:cxnLst/>
              <a:rect l="l" t="t" r="r" b="b"/>
              <a:pathLst>
                <a:path w="15582" h="9966" extrusionOk="0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93" name="Google Shape;885;p47">
            <a:extLst>
              <a:ext uri="{FF2B5EF4-FFF2-40B4-BE49-F238E27FC236}">
                <a16:creationId xmlns:a16="http://schemas.microsoft.com/office/drawing/2014/main" id="{E9809F0D-BBD0-8D5E-F1A8-74920653E443}"/>
              </a:ext>
            </a:extLst>
          </p:cNvPr>
          <p:cNvGrpSpPr/>
          <p:nvPr/>
        </p:nvGrpSpPr>
        <p:grpSpPr>
          <a:xfrm>
            <a:off x="5913902" y="4028757"/>
            <a:ext cx="208481" cy="197606"/>
            <a:chOff x="5300400" y="3670175"/>
            <a:chExt cx="421300" cy="399325"/>
          </a:xfrm>
        </p:grpSpPr>
        <p:sp>
          <p:nvSpPr>
            <p:cNvPr id="194" name="Google Shape;886;p47">
              <a:extLst>
                <a:ext uri="{FF2B5EF4-FFF2-40B4-BE49-F238E27FC236}">
                  <a16:creationId xmlns:a16="http://schemas.microsoft.com/office/drawing/2014/main" id="{C9DE3447-425F-B728-CE02-8DC1D1531E3A}"/>
                </a:ext>
              </a:extLst>
            </p:cNvPr>
            <p:cNvSpPr/>
            <p:nvPr/>
          </p:nvSpPr>
          <p:spPr>
            <a:xfrm>
              <a:off x="5300400" y="3708025"/>
              <a:ext cx="421300" cy="267450"/>
            </a:xfrm>
            <a:custGeom>
              <a:avLst/>
              <a:gdLst/>
              <a:ahLst/>
              <a:cxnLst/>
              <a:rect l="l" t="t" r="r" b="b"/>
              <a:pathLst>
                <a:path w="16852" h="10698" extrusionOk="0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5" name="Google Shape;887;p47">
              <a:extLst>
                <a:ext uri="{FF2B5EF4-FFF2-40B4-BE49-F238E27FC236}">
                  <a16:creationId xmlns:a16="http://schemas.microsoft.com/office/drawing/2014/main" id="{FEA91C4D-AA40-1851-8219-21B60558B0E8}"/>
                </a:ext>
              </a:extLst>
            </p:cNvPr>
            <p:cNvSpPr/>
            <p:nvPr/>
          </p:nvSpPr>
          <p:spPr>
            <a:xfrm>
              <a:off x="5498825" y="3670175"/>
              <a:ext cx="24450" cy="25650"/>
            </a:xfrm>
            <a:custGeom>
              <a:avLst/>
              <a:gdLst/>
              <a:ahLst/>
              <a:cxnLst/>
              <a:rect l="l" t="t" r="r" b="b"/>
              <a:pathLst>
                <a:path w="978" h="102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6" name="Google Shape;888;p47">
              <a:extLst>
                <a:ext uri="{FF2B5EF4-FFF2-40B4-BE49-F238E27FC236}">
                  <a16:creationId xmlns:a16="http://schemas.microsoft.com/office/drawing/2014/main" id="{67D43236-6EE4-FF40-E1C8-98671F7D2BC4}"/>
                </a:ext>
              </a:extLst>
            </p:cNvPr>
            <p:cNvSpPr/>
            <p:nvPr/>
          </p:nvSpPr>
          <p:spPr>
            <a:xfrm>
              <a:off x="5366325" y="3987675"/>
              <a:ext cx="61100" cy="81825"/>
            </a:xfrm>
            <a:custGeom>
              <a:avLst/>
              <a:gdLst/>
              <a:ahLst/>
              <a:cxnLst/>
              <a:rect l="l" t="t" r="r" b="b"/>
              <a:pathLst>
                <a:path w="2444" h="3273" extrusionOk="0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7" name="Google Shape;889;p47">
              <a:extLst>
                <a:ext uri="{FF2B5EF4-FFF2-40B4-BE49-F238E27FC236}">
                  <a16:creationId xmlns:a16="http://schemas.microsoft.com/office/drawing/2014/main" id="{1415E800-E9D1-4583-C4FD-ECF8F5B22B9F}"/>
                </a:ext>
              </a:extLst>
            </p:cNvPr>
            <p:cNvSpPr/>
            <p:nvPr/>
          </p:nvSpPr>
          <p:spPr>
            <a:xfrm>
              <a:off x="5594700" y="3987675"/>
              <a:ext cx="61075" cy="81825"/>
            </a:xfrm>
            <a:custGeom>
              <a:avLst/>
              <a:gdLst/>
              <a:ahLst/>
              <a:cxnLst/>
              <a:rect l="l" t="t" r="r" b="b"/>
              <a:pathLst>
                <a:path w="2443" h="3273" extrusionOk="0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8" name="Google Shape;890;p47">
              <a:extLst>
                <a:ext uri="{FF2B5EF4-FFF2-40B4-BE49-F238E27FC236}">
                  <a16:creationId xmlns:a16="http://schemas.microsoft.com/office/drawing/2014/main" id="{516E8850-7562-EA3A-3642-198A1BE27D6D}"/>
                </a:ext>
              </a:extLst>
            </p:cNvPr>
            <p:cNvSpPr/>
            <p:nvPr/>
          </p:nvSpPr>
          <p:spPr>
            <a:xfrm>
              <a:off x="5324825" y="3732450"/>
              <a:ext cx="372475" cy="218600"/>
            </a:xfrm>
            <a:custGeom>
              <a:avLst/>
              <a:gdLst/>
              <a:ahLst/>
              <a:cxnLst/>
              <a:rect l="l" t="t" r="r" b="b"/>
              <a:pathLst>
                <a:path w="14899" h="8744" extrusionOk="0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99" name="Google Shape;891;p47">
            <a:extLst>
              <a:ext uri="{FF2B5EF4-FFF2-40B4-BE49-F238E27FC236}">
                <a16:creationId xmlns:a16="http://schemas.microsoft.com/office/drawing/2014/main" id="{01EE98A9-5C24-8654-9A06-4ADA60C6CCC1}"/>
              </a:ext>
            </a:extLst>
          </p:cNvPr>
          <p:cNvSpPr/>
          <p:nvPr/>
        </p:nvSpPr>
        <p:spPr>
          <a:xfrm>
            <a:off x="6235693" y="4011552"/>
            <a:ext cx="232060" cy="232048"/>
          </a:xfrm>
          <a:custGeom>
            <a:avLst/>
            <a:gdLst/>
            <a:ahLst/>
            <a:cxnLst/>
            <a:rect l="l" t="t" r="r" b="b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200" name="Google Shape;892;p47">
            <a:extLst>
              <a:ext uri="{FF2B5EF4-FFF2-40B4-BE49-F238E27FC236}">
                <a16:creationId xmlns:a16="http://schemas.microsoft.com/office/drawing/2014/main" id="{6E1D8893-A4E5-12A1-9BF6-8E2E3D4AE4D5}"/>
              </a:ext>
            </a:extLst>
          </p:cNvPr>
          <p:cNvGrpSpPr/>
          <p:nvPr/>
        </p:nvGrpSpPr>
        <p:grpSpPr>
          <a:xfrm>
            <a:off x="6584053" y="4026332"/>
            <a:ext cx="202443" cy="202456"/>
            <a:chOff x="6654650" y="3665275"/>
            <a:chExt cx="409100" cy="409125"/>
          </a:xfrm>
        </p:grpSpPr>
        <p:sp>
          <p:nvSpPr>
            <p:cNvPr id="201" name="Google Shape;893;p47">
              <a:extLst>
                <a:ext uri="{FF2B5EF4-FFF2-40B4-BE49-F238E27FC236}">
                  <a16:creationId xmlns:a16="http://schemas.microsoft.com/office/drawing/2014/main" id="{2CD4C9CA-BD5D-3DBF-277E-E8EA6AE05FCB}"/>
                </a:ext>
              </a:extLst>
            </p:cNvPr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2" name="Google Shape;894;p47">
              <a:extLst>
                <a:ext uri="{FF2B5EF4-FFF2-40B4-BE49-F238E27FC236}">
                  <a16:creationId xmlns:a16="http://schemas.microsoft.com/office/drawing/2014/main" id="{63412FD6-3CA0-78B7-D189-E7A598A322A7}"/>
                </a:ext>
              </a:extLst>
            </p:cNvPr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03" name="Google Shape;895;p47">
            <a:extLst>
              <a:ext uri="{FF2B5EF4-FFF2-40B4-BE49-F238E27FC236}">
                <a16:creationId xmlns:a16="http://schemas.microsoft.com/office/drawing/2014/main" id="{105A164B-E66D-CF7E-EE0B-64DECAF21E37}"/>
              </a:ext>
            </a:extLst>
          </p:cNvPr>
          <p:cNvGrpSpPr/>
          <p:nvPr/>
        </p:nvGrpSpPr>
        <p:grpSpPr>
          <a:xfrm>
            <a:off x="3573497" y="4351435"/>
            <a:ext cx="219367" cy="219380"/>
            <a:chOff x="570875" y="4322250"/>
            <a:chExt cx="443300" cy="443325"/>
          </a:xfrm>
        </p:grpSpPr>
        <p:sp>
          <p:nvSpPr>
            <p:cNvPr id="204" name="Google Shape;896;p47">
              <a:extLst>
                <a:ext uri="{FF2B5EF4-FFF2-40B4-BE49-F238E27FC236}">
                  <a16:creationId xmlns:a16="http://schemas.microsoft.com/office/drawing/2014/main" id="{374339AF-39D1-830F-16AF-A1C49DC708B5}"/>
                </a:ext>
              </a:extLst>
            </p:cNvPr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5" name="Google Shape;897;p47">
              <a:extLst>
                <a:ext uri="{FF2B5EF4-FFF2-40B4-BE49-F238E27FC236}">
                  <a16:creationId xmlns:a16="http://schemas.microsoft.com/office/drawing/2014/main" id="{CB067586-5D1A-F66A-F311-644AAA431BD2}"/>
                </a:ext>
              </a:extLst>
            </p:cNvPr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6" name="Google Shape;898;p47">
              <a:extLst>
                <a:ext uri="{FF2B5EF4-FFF2-40B4-BE49-F238E27FC236}">
                  <a16:creationId xmlns:a16="http://schemas.microsoft.com/office/drawing/2014/main" id="{4BDE13A1-D6BF-AC36-4131-7FAB2A7776C7}"/>
                </a:ext>
              </a:extLst>
            </p:cNvPr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7" name="Google Shape;899;p47">
              <a:extLst>
                <a:ext uri="{FF2B5EF4-FFF2-40B4-BE49-F238E27FC236}">
                  <a16:creationId xmlns:a16="http://schemas.microsoft.com/office/drawing/2014/main" id="{E2FD332C-CF77-56EB-00A1-886E43E9CA3A}"/>
                </a:ext>
              </a:extLst>
            </p:cNvPr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208" name="Google Shape;900;p47">
            <a:extLst>
              <a:ext uri="{FF2B5EF4-FFF2-40B4-BE49-F238E27FC236}">
                <a16:creationId xmlns:a16="http://schemas.microsoft.com/office/drawing/2014/main" id="{B3EEC4EE-C9BA-0040-9A66-7FC2B1BCBBC3}"/>
              </a:ext>
            </a:extLst>
          </p:cNvPr>
          <p:cNvSpPr/>
          <p:nvPr/>
        </p:nvSpPr>
        <p:spPr>
          <a:xfrm>
            <a:off x="3897999" y="4394062"/>
            <a:ext cx="237503" cy="134166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209" name="Google Shape;901;p47">
            <a:extLst>
              <a:ext uri="{FF2B5EF4-FFF2-40B4-BE49-F238E27FC236}">
                <a16:creationId xmlns:a16="http://schemas.microsoft.com/office/drawing/2014/main" id="{CE4A80A4-59E6-4827-3A01-D27FC306E41B}"/>
              </a:ext>
            </a:extLst>
          </p:cNvPr>
          <p:cNvGrpSpPr/>
          <p:nvPr/>
        </p:nvGrpSpPr>
        <p:grpSpPr>
          <a:xfrm>
            <a:off x="4270538" y="4335130"/>
            <a:ext cx="159540" cy="251990"/>
            <a:chOff x="1979475" y="4289300"/>
            <a:chExt cx="322400" cy="509225"/>
          </a:xfrm>
        </p:grpSpPr>
        <p:sp>
          <p:nvSpPr>
            <p:cNvPr id="210" name="Google Shape;902;p47">
              <a:extLst>
                <a:ext uri="{FF2B5EF4-FFF2-40B4-BE49-F238E27FC236}">
                  <a16:creationId xmlns:a16="http://schemas.microsoft.com/office/drawing/2014/main" id="{181DF358-7E42-C3C9-DA42-019D08645D3F}"/>
                </a:ext>
              </a:extLst>
            </p:cNvPr>
            <p:cNvSpPr/>
            <p:nvPr/>
          </p:nvSpPr>
          <p:spPr>
            <a:xfrm>
              <a:off x="2187075" y="4509100"/>
              <a:ext cx="114800" cy="114800"/>
            </a:xfrm>
            <a:custGeom>
              <a:avLst/>
              <a:gdLst/>
              <a:ahLst/>
              <a:cxnLst/>
              <a:rect l="l" t="t" r="r" b="b"/>
              <a:pathLst>
                <a:path w="4592" h="4592" extrusionOk="0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1" name="Google Shape;903;p47">
              <a:extLst>
                <a:ext uri="{FF2B5EF4-FFF2-40B4-BE49-F238E27FC236}">
                  <a16:creationId xmlns:a16="http://schemas.microsoft.com/office/drawing/2014/main" id="{28597464-4D1C-04DB-8D4F-81B145D7F328}"/>
                </a:ext>
              </a:extLst>
            </p:cNvPr>
            <p:cNvSpPr/>
            <p:nvPr/>
          </p:nvSpPr>
          <p:spPr>
            <a:xfrm>
              <a:off x="1979475" y="4542675"/>
              <a:ext cx="156925" cy="156950"/>
            </a:xfrm>
            <a:custGeom>
              <a:avLst/>
              <a:gdLst/>
              <a:ahLst/>
              <a:cxnLst/>
              <a:rect l="l" t="t" r="r" b="b"/>
              <a:pathLst>
                <a:path w="6277" h="6278" extrusionOk="0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2" name="Google Shape;904;p47">
              <a:extLst>
                <a:ext uri="{FF2B5EF4-FFF2-40B4-BE49-F238E27FC236}">
                  <a16:creationId xmlns:a16="http://schemas.microsoft.com/office/drawing/2014/main" id="{236F11A3-F470-8895-3D1B-78F8534C223C}"/>
                </a:ext>
              </a:extLst>
            </p:cNvPr>
            <p:cNvSpPr/>
            <p:nvPr/>
          </p:nvSpPr>
          <p:spPr>
            <a:xfrm>
              <a:off x="2041125" y="4289300"/>
              <a:ext cx="240000" cy="509225"/>
            </a:xfrm>
            <a:custGeom>
              <a:avLst/>
              <a:gdLst/>
              <a:ahLst/>
              <a:cxnLst/>
              <a:rect l="l" t="t" r="r" b="b"/>
              <a:pathLst>
                <a:path w="9600" h="20369" extrusionOk="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13" name="Google Shape;905;p47">
            <a:extLst>
              <a:ext uri="{FF2B5EF4-FFF2-40B4-BE49-F238E27FC236}">
                <a16:creationId xmlns:a16="http://schemas.microsoft.com/office/drawing/2014/main" id="{E68AE410-58F8-9FF9-D788-2BB84669A849}"/>
              </a:ext>
            </a:extLst>
          </p:cNvPr>
          <p:cNvGrpSpPr/>
          <p:nvPr/>
        </p:nvGrpSpPr>
        <p:grpSpPr>
          <a:xfrm>
            <a:off x="4589905" y="4338449"/>
            <a:ext cx="188241" cy="245359"/>
            <a:chOff x="2624850" y="4296000"/>
            <a:chExt cx="380400" cy="495825"/>
          </a:xfrm>
        </p:grpSpPr>
        <p:sp>
          <p:nvSpPr>
            <p:cNvPr id="214" name="Google Shape;906;p47">
              <a:extLst>
                <a:ext uri="{FF2B5EF4-FFF2-40B4-BE49-F238E27FC236}">
                  <a16:creationId xmlns:a16="http://schemas.microsoft.com/office/drawing/2014/main" id="{B6C95125-23FD-6A15-74C7-11A214F10D15}"/>
                </a:ext>
              </a:extLst>
            </p:cNvPr>
            <p:cNvSpPr/>
            <p:nvPr/>
          </p:nvSpPr>
          <p:spPr>
            <a:xfrm>
              <a:off x="2845875" y="4296000"/>
              <a:ext cx="126425" cy="125800"/>
            </a:xfrm>
            <a:custGeom>
              <a:avLst/>
              <a:gdLst/>
              <a:ahLst/>
              <a:cxnLst/>
              <a:rect l="l" t="t" r="r" b="b"/>
              <a:pathLst>
                <a:path w="5057" h="5032" extrusionOk="0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5" name="Google Shape;907;p47">
              <a:extLst>
                <a:ext uri="{FF2B5EF4-FFF2-40B4-BE49-F238E27FC236}">
                  <a16:creationId xmlns:a16="http://schemas.microsoft.com/office/drawing/2014/main" id="{5CD0BC7D-9E65-8E47-5249-82064CB73962}"/>
                </a:ext>
              </a:extLst>
            </p:cNvPr>
            <p:cNvSpPr/>
            <p:nvPr/>
          </p:nvSpPr>
          <p:spPr>
            <a:xfrm>
              <a:off x="2635850" y="4316150"/>
              <a:ext cx="369400" cy="475675"/>
            </a:xfrm>
            <a:custGeom>
              <a:avLst/>
              <a:gdLst/>
              <a:ahLst/>
              <a:cxnLst/>
              <a:rect l="l" t="t" r="r" b="b"/>
              <a:pathLst>
                <a:path w="14776" h="19027" extrusionOk="0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6" name="Google Shape;908;p47">
              <a:extLst>
                <a:ext uri="{FF2B5EF4-FFF2-40B4-BE49-F238E27FC236}">
                  <a16:creationId xmlns:a16="http://schemas.microsoft.com/office/drawing/2014/main" id="{9EF91BCD-D5DC-5D75-C3C5-1680538E7601}"/>
                </a:ext>
              </a:extLst>
            </p:cNvPr>
            <p:cNvSpPr/>
            <p:nvPr/>
          </p:nvSpPr>
          <p:spPr>
            <a:xfrm>
              <a:off x="2624850" y="4357675"/>
              <a:ext cx="171600" cy="171600"/>
            </a:xfrm>
            <a:custGeom>
              <a:avLst/>
              <a:gdLst/>
              <a:ahLst/>
              <a:cxnLst/>
              <a:rect l="l" t="t" r="r" b="b"/>
              <a:pathLst>
                <a:path w="6864" h="6864" extrusionOk="0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217" name="Google Shape;909;p47">
            <a:extLst>
              <a:ext uri="{FF2B5EF4-FFF2-40B4-BE49-F238E27FC236}">
                <a16:creationId xmlns:a16="http://schemas.microsoft.com/office/drawing/2014/main" id="{F6F460A6-2D5D-CEE6-EA8B-FC21A00B8262}"/>
              </a:ext>
            </a:extLst>
          </p:cNvPr>
          <p:cNvSpPr/>
          <p:nvPr/>
        </p:nvSpPr>
        <p:spPr>
          <a:xfrm>
            <a:off x="5250406" y="4360526"/>
            <a:ext cx="201231" cy="201243"/>
          </a:xfrm>
          <a:custGeom>
            <a:avLst/>
            <a:gdLst/>
            <a:ahLst/>
            <a:cxnLst/>
            <a:rect l="l" t="t" r="r" b="b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218" name="Google Shape;910;p47">
            <a:extLst>
              <a:ext uri="{FF2B5EF4-FFF2-40B4-BE49-F238E27FC236}">
                <a16:creationId xmlns:a16="http://schemas.microsoft.com/office/drawing/2014/main" id="{ED1C1806-228D-1939-4083-2E36EA2D8208}"/>
              </a:ext>
            </a:extLst>
          </p:cNvPr>
          <p:cNvSpPr/>
          <p:nvPr/>
        </p:nvSpPr>
        <p:spPr>
          <a:xfrm>
            <a:off x="4916839" y="4373219"/>
            <a:ext cx="201231" cy="175857"/>
          </a:xfrm>
          <a:custGeom>
            <a:avLst/>
            <a:gdLst/>
            <a:ahLst/>
            <a:cxnLst/>
            <a:rect l="l" t="t" r="r" b="b"/>
            <a:pathLst>
              <a:path w="16266" h="14215" extrusionOk="0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219" name="Google Shape;911;p47">
            <a:extLst>
              <a:ext uri="{FF2B5EF4-FFF2-40B4-BE49-F238E27FC236}">
                <a16:creationId xmlns:a16="http://schemas.microsoft.com/office/drawing/2014/main" id="{0773363D-F444-590E-B437-5CFF9C7F1C9C}"/>
              </a:ext>
            </a:extLst>
          </p:cNvPr>
          <p:cNvSpPr/>
          <p:nvPr/>
        </p:nvSpPr>
        <p:spPr>
          <a:xfrm>
            <a:off x="5583056" y="4359623"/>
            <a:ext cx="203062" cy="203049"/>
          </a:xfrm>
          <a:custGeom>
            <a:avLst/>
            <a:gdLst/>
            <a:ahLst/>
            <a:cxnLst/>
            <a:rect l="l" t="t" r="r" b="b"/>
            <a:pathLst>
              <a:path w="16414" h="16413" extrusionOk="0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220" name="Google Shape;912;p47">
            <a:extLst>
              <a:ext uri="{FF2B5EF4-FFF2-40B4-BE49-F238E27FC236}">
                <a16:creationId xmlns:a16="http://schemas.microsoft.com/office/drawing/2014/main" id="{CC291EAD-8C07-5F22-C64F-CA87BFB9E305}"/>
              </a:ext>
            </a:extLst>
          </p:cNvPr>
          <p:cNvGrpSpPr/>
          <p:nvPr/>
        </p:nvGrpSpPr>
        <p:grpSpPr>
          <a:xfrm>
            <a:off x="5901812" y="4362619"/>
            <a:ext cx="232654" cy="197012"/>
            <a:chOff x="5275975" y="4344850"/>
            <a:chExt cx="470150" cy="398125"/>
          </a:xfrm>
        </p:grpSpPr>
        <p:sp>
          <p:nvSpPr>
            <p:cNvPr id="221" name="Google Shape;913;p47">
              <a:extLst>
                <a:ext uri="{FF2B5EF4-FFF2-40B4-BE49-F238E27FC236}">
                  <a16:creationId xmlns:a16="http://schemas.microsoft.com/office/drawing/2014/main" id="{DAE2F9C6-D9F4-DCE9-23FA-0D01351DD439}"/>
                </a:ext>
              </a:extLst>
            </p:cNvPr>
            <p:cNvSpPr/>
            <p:nvPr/>
          </p:nvSpPr>
          <p:spPr>
            <a:xfrm>
              <a:off x="5661250" y="4690450"/>
              <a:ext cx="65950" cy="52525"/>
            </a:xfrm>
            <a:custGeom>
              <a:avLst/>
              <a:gdLst/>
              <a:ahLst/>
              <a:cxnLst/>
              <a:rect l="l" t="t" r="r" b="b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2" name="Google Shape;914;p47">
              <a:extLst>
                <a:ext uri="{FF2B5EF4-FFF2-40B4-BE49-F238E27FC236}">
                  <a16:creationId xmlns:a16="http://schemas.microsoft.com/office/drawing/2014/main" id="{3E54F9D9-50ED-5E6A-E567-EED6583AAFB9}"/>
                </a:ext>
              </a:extLst>
            </p:cNvPr>
            <p:cNvSpPr/>
            <p:nvPr/>
          </p:nvSpPr>
          <p:spPr>
            <a:xfrm>
              <a:off x="5294900" y="4690450"/>
              <a:ext cx="65950" cy="52525"/>
            </a:xfrm>
            <a:custGeom>
              <a:avLst/>
              <a:gdLst/>
              <a:ahLst/>
              <a:cxnLst/>
              <a:rect l="l" t="t" r="r" b="b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3" name="Google Shape;915;p47">
              <a:extLst>
                <a:ext uri="{FF2B5EF4-FFF2-40B4-BE49-F238E27FC236}">
                  <a16:creationId xmlns:a16="http://schemas.microsoft.com/office/drawing/2014/main" id="{1B874D75-FDE3-57F2-7029-F0660CAEEAC3}"/>
                </a:ext>
              </a:extLst>
            </p:cNvPr>
            <p:cNvSpPr/>
            <p:nvPr/>
          </p:nvSpPr>
          <p:spPr>
            <a:xfrm>
              <a:off x="5275975" y="4344850"/>
              <a:ext cx="470150" cy="334025"/>
            </a:xfrm>
            <a:custGeom>
              <a:avLst/>
              <a:gdLst/>
              <a:ahLst/>
              <a:cxnLst/>
              <a:rect l="l" t="t" r="r" b="b"/>
              <a:pathLst>
                <a:path w="18806" h="13361" extrusionOk="0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224" name="Google Shape;916;p47">
            <a:extLst>
              <a:ext uri="{FF2B5EF4-FFF2-40B4-BE49-F238E27FC236}">
                <a16:creationId xmlns:a16="http://schemas.microsoft.com/office/drawing/2014/main" id="{6DBB9FCF-3344-8CE0-AE16-1F1DC94B3667}"/>
              </a:ext>
            </a:extLst>
          </p:cNvPr>
          <p:cNvSpPr/>
          <p:nvPr/>
        </p:nvSpPr>
        <p:spPr>
          <a:xfrm>
            <a:off x="6247177" y="4356605"/>
            <a:ext cx="209099" cy="209087"/>
          </a:xfrm>
          <a:custGeom>
            <a:avLst/>
            <a:gdLst/>
            <a:ahLst/>
            <a:cxnLst/>
            <a:rect l="l" t="t" r="r" b="b"/>
            <a:pathLst>
              <a:path w="16902" h="16901" extrusionOk="0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225" name="Google Shape;917;p47">
            <a:extLst>
              <a:ext uri="{FF2B5EF4-FFF2-40B4-BE49-F238E27FC236}">
                <a16:creationId xmlns:a16="http://schemas.microsoft.com/office/drawing/2014/main" id="{6FABDA83-AAD1-47A9-4DAA-0CF90D38ACA4}"/>
              </a:ext>
            </a:extLst>
          </p:cNvPr>
          <p:cNvGrpSpPr/>
          <p:nvPr/>
        </p:nvGrpSpPr>
        <p:grpSpPr>
          <a:xfrm>
            <a:off x="6577999" y="4346614"/>
            <a:ext cx="214542" cy="229029"/>
            <a:chOff x="6642425" y="4312500"/>
            <a:chExt cx="433550" cy="462825"/>
          </a:xfrm>
        </p:grpSpPr>
        <p:sp>
          <p:nvSpPr>
            <p:cNvPr id="226" name="Google Shape;918;p47">
              <a:extLst>
                <a:ext uri="{FF2B5EF4-FFF2-40B4-BE49-F238E27FC236}">
                  <a16:creationId xmlns:a16="http://schemas.microsoft.com/office/drawing/2014/main" id="{D210C3CA-3818-3799-C297-92C14403CC0F}"/>
                </a:ext>
              </a:extLst>
            </p:cNvPr>
            <p:cNvSpPr/>
            <p:nvPr/>
          </p:nvSpPr>
          <p:spPr>
            <a:xfrm>
              <a:off x="6642425" y="4687375"/>
              <a:ext cx="433550" cy="39125"/>
            </a:xfrm>
            <a:custGeom>
              <a:avLst/>
              <a:gdLst/>
              <a:ahLst/>
              <a:cxnLst/>
              <a:rect l="l" t="t" r="r" b="b"/>
              <a:pathLst>
                <a:path w="17342" h="156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7" name="Google Shape;919;p47">
              <a:extLst>
                <a:ext uri="{FF2B5EF4-FFF2-40B4-BE49-F238E27FC236}">
                  <a16:creationId xmlns:a16="http://schemas.microsoft.com/office/drawing/2014/main" id="{51E54F27-59B6-80ED-559C-058C3C9D6A71}"/>
                </a:ext>
              </a:extLst>
            </p:cNvPr>
            <p:cNvSpPr/>
            <p:nvPr/>
          </p:nvSpPr>
          <p:spPr>
            <a:xfrm>
              <a:off x="6642425" y="4736225"/>
              <a:ext cx="433550" cy="39100"/>
            </a:xfrm>
            <a:custGeom>
              <a:avLst/>
              <a:gdLst/>
              <a:ahLst/>
              <a:cxnLst/>
              <a:rect l="l" t="t" r="r" b="b"/>
              <a:pathLst>
                <a:path w="17342" h="1564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8" name="Google Shape;920;p47">
              <a:extLst>
                <a:ext uri="{FF2B5EF4-FFF2-40B4-BE49-F238E27FC236}">
                  <a16:creationId xmlns:a16="http://schemas.microsoft.com/office/drawing/2014/main" id="{46C32DF6-0B72-749E-3BF3-EE199222D9DE}"/>
                </a:ext>
              </a:extLst>
            </p:cNvPr>
            <p:cNvSpPr/>
            <p:nvPr/>
          </p:nvSpPr>
          <p:spPr>
            <a:xfrm>
              <a:off x="6684575" y="4312500"/>
              <a:ext cx="349875" cy="377350"/>
            </a:xfrm>
            <a:custGeom>
              <a:avLst/>
              <a:gdLst/>
              <a:ahLst/>
              <a:cxnLst/>
              <a:rect l="l" t="t" r="r" b="b"/>
              <a:pathLst>
                <a:path w="13995" h="15094" extrusionOk="0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229" name="Google Shape;921;p47">
            <a:extLst>
              <a:ext uri="{FF2B5EF4-FFF2-40B4-BE49-F238E27FC236}">
                <a16:creationId xmlns:a16="http://schemas.microsoft.com/office/drawing/2014/main" id="{E2C6489A-487F-71E2-0C3E-ED02AA29D569}"/>
              </a:ext>
            </a:extLst>
          </p:cNvPr>
          <p:cNvSpPr/>
          <p:nvPr/>
        </p:nvSpPr>
        <p:spPr>
          <a:xfrm>
            <a:off x="3545400" y="4713433"/>
            <a:ext cx="275558" cy="162571"/>
          </a:xfrm>
          <a:custGeom>
            <a:avLst/>
            <a:gdLst/>
            <a:ahLst/>
            <a:cxnLst/>
            <a:rect l="l" t="t" r="r" b="b"/>
            <a:pathLst>
              <a:path w="22274" h="13141" extrusionOk="0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230" name="Google Shape;922;p47">
            <a:extLst>
              <a:ext uri="{FF2B5EF4-FFF2-40B4-BE49-F238E27FC236}">
                <a16:creationId xmlns:a16="http://schemas.microsoft.com/office/drawing/2014/main" id="{6A15CAF4-A027-0EC5-0158-005748DC5B13}"/>
              </a:ext>
            </a:extLst>
          </p:cNvPr>
          <p:cNvGrpSpPr/>
          <p:nvPr/>
        </p:nvGrpSpPr>
        <p:grpSpPr>
          <a:xfrm>
            <a:off x="3906750" y="4686526"/>
            <a:ext cx="219974" cy="216349"/>
            <a:chOff x="1244325" y="4999400"/>
            <a:chExt cx="444525" cy="437200"/>
          </a:xfrm>
        </p:grpSpPr>
        <p:sp>
          <p:nvSpPr>
            <p:cNvPr id="231" name="Google Shape;923;p47">
              <a:extLst>
                <a:ext uri="{FF2B5EF4-FFF2-40B4-BE49-F238E27FC236}">
                  <a16:creationId xmlns:a16="http://schemas.microsoft.com/office/drawing/2014/main" id="{EFB1965C-5615-0F75-3674-B6CE94BE0F67}"/>
                </a:ext>
              </a:extLst>
            </p:cNvPr>
            <p:cNvSpPr/>
            <p:nvPr/>
          </p:nvSpPr>
          <p:spPr>
            <a:xfrm>
              <a:off x="1244325" y="5161200"/>
              <a:ext cx="374925" cy="222275"/>
            </a:xfrm>
            <a:custGeom>
              <a:avLst/>
              <a:gdLst/>
              <a:ahLst/>
              <a:cxnLst/>
              <a:rect l="l" t="t" r="r" b="b"/>
              <a:pathLst>
                <a:path w="14997" h="8891" extrusionOk="0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2" name="Google Shape;924;p47">
              <a:extLst>
                <a:ext uri="{FF2B5EF4-FFF2-40B4-BE49-F238E27FC236}">
                  <a16:creationId xmlns:a16="http://schemas.microsoft.com/office/drawing/2014/main" id="{20FC7CDE-9355-9415-409A-C19E11E75869}"/>
                </a:ext>
              </a:extLst>
            </p:cNvPr>
            <p:cNvSpPr/>
            <p:nvPr/>
          </p:nvSpPr>
          <p:spPr>
            <a:xfrm>
              <a:off x="1244325" y="5397500"/>
              <a:ext cx="444525" cy="39100"/>
            </a:xfrm>
            <a:custGeom>
              <a:avLst/>
              <a:gdLst/>
              <a:ahLst/>
              <a:cxnLst/>
              <a:rect l="l" t="t" r="r" b="b"/>
              <a:pathLst>
                <a:path w="17781" h="1564" extrusionOk="0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3" name="Google Shape;925;p47">
              <a:extLst>
                <a:ext uri="{FF2B5EF4-FFF2-40B4-BE49-F238E27FC236}">
                  <a16:creationId xmlns:a16="http://schemas.microsoft.com/office/drawing/2014/main" id="{AD776B0E-E30B-D4F4-829F-C823DEC7D6EA}"/>
                </a:ext>
              </a:extLst>
            </p:cNvPr>
            <p:cNvSpPr/>
            <p:nvPr/>
          </p:nvSpPr>
          <p:spPr>
            <a:xfrm>
              <a:off x="1451925" y="4999400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4" name="Google Shape;926;p47">
              <a:extLst>
                <a:ext uri="{FF2B5EF4-FFF2-40B4-BE49-F238E27FC236}">
                  <a16:creationId xmlns:a16="http://schemas.microsoft.com/office/drawing/2014/main" id="{D0DB11A7-1084-2C2A-0BE5-29BD010FCBF1}"/>
                </a:ext>
              </a:extLst>
            </p:cNvPr>
            <p:cNvSpPr/>
            <p:nvPr/>
          </p:nvSpPr>
          <p:spPr>
            <a:xfrm>
              <a:off x="1407975" y="4999400"/>
              <a:ext cx="31150" cy="129450"/>
            </a:xfrm>
            <a:custGeom>
              <a:avLst/>
              <a:gdLst/>
              <a:ahLst/>
              <a:cxnLst/>
              <a:rect l="l" t="t" r="r" b="b"/>
              <a:pathLst>
                <a:path w="1246" h="5178" extrusionOk="0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5" name="Google Shape;927;p47">
              <a:extLst>
                <a:ext uri="{FF2B5EF4-FFF2-40B4-BE49-F238E27FC236}">
                  <a16:creationId xmlns:a16="http://schemas.microsoft.com/office/drawing/2014/main" id="{ABDB4DB8-9548-D67B-4BD8-26AAEDEE2F2A}"/>
                </a:ext>
              </a:extLst>
            </p:cNvPr>
            <p:cNvSpPr/>
            <p:nvPr/>
          </p:nvSpPr>
          <p:spPr>
            <a:xfrm>
              <a:off x="1495900" y="4999400"/>
              <a:ext cx="30550" cy="129450"/>
            </a:xfrm>
            <a:custGeom>
              <a:avLst/>
              <a:gdLst/>
              <a:ahLst/>
              <a:cxnLst/>
              <a:rect l="l" t="t" r="r" b="b"/>
              <a:pathLst>
                <a:path w="1222" h="5178" extrusionOk="0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36" name="Google Shape;928;p47">
            <a:extLst>
              <a:ext uri="{FF2B5EF4-FFF2-40B4-BE49-F238E27FC236}">
                <a16:creationId xmlns:a16="http://schemas.microsoft.com/office/drawing/2014/main" id="{10EC912C-DF82-0094-FACF-900EAD30C244}"/>
              </a:ext>
            </a:extLst>
          </p:cNvPr>
          <p:cNvGrpSpPr/>
          <p:nvPr/>
        </p:nvGrpSpPr>
        <p:grpSpPr>
          <a:xfrm>
            <a:off x="4259965" y="4679573"/>
            <a:ext cx="180695" cy="230241"/>
            <a:chOff x="1958100" y="4985350"/>
            <a:chExt cx="365150" cy="465275"/>
          </a:xfrm>
        </p:grpSpPr>
        <p:sp>
          <p:nvSpPr>
            <p:cNvPr id="237" name="Google Shape;929;p47">
              <a:extLst>
                <a:ext uri="{FF2B5EF4-FFF2-40B4-BE49-F238E27FC236}">
                  <a16:creationId xmlns:a16="http://schemas.microsoft.com/office/drawing/2014/main" id="{57EA2CCB-6A3C-41AD-2B54-CB964D215FBD}"/>
                </a:ext>
              </a:extLst>
            </p:cNvPr>
            <p:cNvSpPr/>
            <p:nvPr/>
          </p:nvSpPr>
          <p:spPr>
            <a:xfrm>
              <a:off x="1958100" y="4985350"/>
              <a:ext cx="365150" cy="465275"/>
            </a:xfrm>
            <a:custGeom>
              <a:avLst/>
              <a:gdLst/>
              <a:ahLst/>
              <a:cxnLst/>
              <a:rect l="l" t="t" r="r" b="b"/>
              <a:pathLst>
                <a:path w="14606" h="18611" extrusionOk="0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8" name="Google Shape;930;p47">
              <a:extLst>
                <a:ext uri="{FF2B5EF4-FFF2-40B4-BE49-F238E27FC236}">
                  <a16:creationId xmlns:a16="http://schemas.microsoft.com/office/drawing/2014/main" id="{B8E3BFC2-B54C-A0FA-F131-846ADF475436}"/>
                </a:ext>
              </a:extLst>
            </p:cNvPr>
            <p:cNvSpPr/>
            <p:nvPr/>
          </p:nvSpPr>
          <p:spPr>
            <a:xfrm>
              <a:off x="1977625" y="5237525"/>
              <a:ext cx="113600" cy="213100"/>
            </a:xfrm>
            <a:custGeom>
              <a:avLst/>
              <a:gdLst/>
              <a:ahLst/>
              <a:cxnLst/>
              <a:rect l="l" t="t" r="r" b="b"/>
              <a:pathLst>
                <a:path w="4544" h="8524" extrusionOk="0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9" name="Google Shape;931;p47">
              <a:extLst>
                <a:ext uri="{FF2B5EF4-FFF2-40B4-BE49-F238E27FC236}">
                  <a16:creationId xmlns:a16="http://schemas.microsoft.com/office/drawing/2014/main" id="{F659352D-188A-D795-8805-0E57F0080B84}"/>
                </a:ext>
              </a:extLst>
            </p:cNvPr>
            <p:cNvSpPr/>
            <p:nvPr/>
          </p:nvSpPr>
          <p:spPr>
            <a:xfrm>
              <a:off x="2190125" y="5237525"/>
              <a:ext cx="113575" cy="213100"/>
            </a:xfrm>
            <a:custGeom>
              <a:avLst/>
              <a:gdLst/>
              <a:ahLst/>
              <a:cxnLst/>
              <a:rect l="l" t="t" r="r" b="b"/>
              <a:pathLst>
                <a:path w="4543" h="8524" extrusionOk="0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40" name="Google Shape;932;p47">
            <a:extLst>
              <a:ext uri="{FF2B5EF4-FFF2-40B4-BE49-F238E27FC236}">
                <a16:creationId xmlns:a16="http://schemas.microsoft.com/office/drawing/2014/main" id="{5DFF70D9-22CA-360E-728C-C7323ADCC319}"/>
              </a:ext>
            </a:extLst>
          </p:cNvPr>
          <p:cNvGrpSpPr/>
          <p:nvPr/>
        </p:nvGrpSpPr>
        <p:grpSpPr>
          <a:xfrm>
            <a:off x="4580232" y="4688329"/>
            <a:ext cx="207293" cy="213020"/>
            <a:chOff x="2605300" y="5003050"/>
            <a:chExt cx="418900" cy="430475"/>
          </a:xfrm>
        </p:grpSpPr>
        <p:sp>
          <p:nvSpPr>
            <p:cNvPr id="241" name="Google Shape;933;p47">
              <a:extLst>
                <a:ext uri="{FF2B5EF4-FFF2-40B4-BE49-F238E27FC236}">
                  <a16:creationId xmlns:a16="http://schemas.microsoft.com/office/drawing/2014/main" id="{A8C69687-D82F-518B-9C5F-8370596FADDC}"/>
                </a:ext>
              </a:extLst>
            </p:cNvPr>
            <p:cNvSpPr/>
            <p:nvPr/>
          </p:nvSpPr>
          <p:spPr>
            <a:xfrm>
              <a:off x="2820225" y="5222250"/>
              <a:ext cx="202750" cy="211275"/>
            </a:xfrm>
            <a:custGeom>
              <a:avLst/>
              <a:gdLst/>
              <a:ahLst/>
              <a:cxnLst/>
              <a:rect l="l" t="t" r="r" b="b"/>
              <a:pathLst>
                <a:path w="8110" h="8451" extrusionOk="0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2" name="Google Shape;934;p47">
              <a:extLst>
                <a:ext uri="{FF2B5EF4-FFF2-40B4-BE49-F238E27FC236}">
                  <a16:creationId xmlns:a16="http://schemas.microsoft.com/office/drawing/2014/main" id="{19D3F219-519E-3F01-5B22-F6BF531C5454}"/>
                </a:ext>
              </a:extLst>
            </p:cNvPr>
            <p:cNvSpPr/>
            <p:nvPr/>
          </p:nvSpPr>
          <p:spPr>
            <a:xfrm>
              <a:off x="2606525" y="5003050"/>
              <a:ext cx="203975" cy="208225"/>
            </a:xfrm>
            <a:custGeom>
              <a:avLst/>
              <a:gdLst/>
              <a:ahLst/>
              <a:cxnLst/>
              <a:rect l="l" t="t" r="r" b="b"/>
              <a:pathLst>
                <a:path w="8159" h="8329" extrusionOk="0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3" name="Google Shape;935;p47">
              <a:extLst>
                <a:ext uri="{FF2B5EF4-FFF2-40B4-BE49-F238E27FC236}">
                  <a16:creationId xmlns:a16="http://schemas.microsoft.com/office/drawing/2014/main" id="{684936A3-7AA9-DCEF-88B0-0A5E054EF97C}"/>
                </a:ext>
              </a:extLst>
            </p:cNvPr>
            <p:cNvSpPr/>
            <p:nvPr/>
          </p:nvSpPr>
          <p:spPr>
            <a:xfrm>
              <a:off x="2605300" y="5008550"/>
              <a:ext cx="418900" cy="418875"/>
            </a:xfrm>
            <a:custGeom>
              <a:avLst/>
              <a:gdLst/>
              <a:ahLst/>
              <a:cxnLst/>
              <a:rect l="l" t="t" r="r" b="b"/>
              <a:pathLst>
                <a:path w="16756" h="16755" extrusionOk="0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44" name="Google Shape;936;p47">
            <a:extLst>
              <a:ext uri="{FF2B5EF4-FFF2-40B4-BE49-F238E27FC236}">
                <a16:creationId xmlns:a16="http://schemas.microsoft.com/office/drawing/2014/main" id="{2FABD633-85C4-2424-7996-A8E9FED7A1E3}"/>
              </a:ext>
            </a:extLst>
          </p:cNvPr>
          <p:cNvGrpSpPr/>
          <p:nvPr/>
        </p:nvGrpSpPr>
        <p:grpSpPr>
          <a:xfrm>
            <a:off x="4893555" y="4692870"/>
            <a:ext cx="247772" cy="203656"/>
            <a:chOff x="3238475" y="5012225"/>
            <a:chExt cx="500700" cy="411550"/>
          </a:xfrm>
        </p:grpSpPr>
        <p:sp>
          <p:nvSpPr>
            <p:cNvPr id="245" name="Google Shape;937;p47">
              <a:extLst>
                <a:ext uri="{FF2B5EF4-FFF2-40B4-BE49-F238E27FC236}">
                  <a16:creationId xmlns:a16="http://schemas.microsoft.com/office/drawing/2014/main" id="{7A13C9A8-3792-B4A9-3247-8AD46897C7E0}"/>
                </a:ext>
              </a:extLst>
            </p:cNvPr>
            <p:cNvSpPr/>
            <p:nvPr/>
          </p:nvSpPr>
          <p:spPr>
            <a:xfrm>
              <a:off x="3238475" y="5315050"/>
              <a:ext cx="500700" cy="108725"/>
            </a:xfrm>
            <a:custGeom>
              <a:avLst/>
              <a:gdLst/>
              <a:ahLst/>
              <a:cxnLst/>
              <a:rect l="l" t="t" r="r" b="b"/>
              <a:pathLst>
                <a:path w="20028" h="4349" extrusionOk="0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6" name="Google Shape;938;p47">
              <a:extLst>
                <a:ext uri="{FF2B5EF4-FFF2-40B4-BE49-F238E27FC236}">
                  <a16:creationId xmlns:a16="http://schemas.microsoft.com/office/drawing/2014/main" id="{795CA50D-D9A9-39BB-8947-ACBC0C37726D}"/>
                </a:ext>
              </a:extLst>
            </p:cNvPr>
            <p:cNvSpPr/>
            <p:nvPr/>
          </p:nvSpPr>
          <p:spPr>
            <a:xfrm>
              <a:off x="3282450" y="5160575"/>
              <a:ext cx="412750" cy="140475"/>
            </a:xfrm>
            <a:custGeom>
              <a:avLst/>
              <a:gdLst/>
              <a:ahLst/>
              <a:cxnLst/>
              <a:rect l="l" t="t" r="r" b="b"/>
              <a:pathLst>
                <a:path w="16510" h="5619" extrusionOk="0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7" name="Google Shape;939;p47">
              <a:extLst>
                <a:ext uri="{FF2B5EF4-FFF2-40B4-BE49-F238E27FC236}">
                  <a16:creationId xmlns:a16="http://schemas.microsoft.com/office/drawing/2014/main" id="{353532E9-1058-0009-8513-817B7B7AE38F}"/>
                </a:ext>
              </a:extLst>
            </p:cNvPr>
            <p:cNvSpPr/>
            <p:nvPr/>
          </p:nvSpPr>
          <p:spPr>
            <a:xfrm>
              <a:off x="3473550" y="5012225"/>
              <a:ext cx="30550" cy="129450"/>
            </a:xfrm>
            <a:custGeom>
              <a:avLst/>
              <a:gdLst/>
              <a:ahLst/>
              <a:cxnLst/>
              <a:rect l="l" t="t" r="r" b="b"/>
              <a:pathLst>
                <a:path w="1222" h="5178" extrusionOk="0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8" name="Google Shape;940;p47">
              <a:extLst>
                <a:ext uri="{FF2B5EF4-FFF2-40B4-BE49-F238E27FC236}">
                  <a16:creationId xmlns:a16="http://schemas.microsoft.com/office/drawing/2014/main" id="{212DF68B-A321-2E14-45F4-2CCF81F8F658}"/>
                </a:ext>
              </a:extLst>
            </p:cNvPr>
            <p:cNvSpPr/>
            <p:nvPr/>
          </p:nvSpPr>
          <p:spPr>
            <a:xfrm>
              <a:off x="3429575" y="5012225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9" name="Google Shape;941;p47">
              <a:extLst>
                <a:ext uri="{FF2B5EF4-FFF2-40B4-BE49-F238E27FC236}">
                  <a16:creationId xmlns:a16="http://schemas.microsoft.com/office/drawing/2014/main" id="{3609282D-1653-80D0-8664-9BAF115106FC}"/>
                </a:ext>
              </a:extLst>
            </p:cNvPr>
            <p:cNvSpPr/>
            <p:nvPr/>
          </p:nvSpPr>
          <p:spPr>
            <a:xfrm>
              <a:off x="3516900" y="5012225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50" name="Google Shape;942;p47">
            <a:extLst>
              <a:ext uri="{FF2B5EF4-FFF2-40B4-BE49-F238E27FC236}">
                <a16:creationId xmlns:a16="http://schemas.microsoft.com/office/drawing/2014/main" id="{B9BF7380-4B63-D08B-5A92-0CB55AA42FD5}"/>
              </a:ext>
            </a:extLst>
          </p:cNvPr>
          <p:cNvGrpSpPr/>
          <p:nvPr/>
        </p:nvGrpSpPr>
        <p:grpSpPr>
          <a:xfrm>
            <a:off x="5548604" y="4671109"/>
            <a:ext cx="271945" cy="247166"/>
            <a:chOff x="4562200" y="4968250"/>
            <a:chExt cx="549550" cy="499475"/>
          </a:xfrm>
        </p:grpSpPr>
        <p:sp>
          <p:nvSpPr>
            <p:cNvPr id="251" name="Google Shape;943;p47">
              <a:extLst>
                <a:ext uri="{FF2B5EF4-FFF2-40B4-BE49-F238E27FC236}">
                  <a16:creationId xmlns:a16="http://schemas.microsoft.com/office/drawing/2014/main" id="{0353FFC4-BF95-94AD-2C98-E1345ED9D4B5}"/>
                </a:ext>
              </a:extLst>
            </p:cNvPr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l" t="t" r="r" b="b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2" name="Google Shape;944;p47">
              <a:extLst>
                <a:ext uri="{FF2B5EF4-FFF2-40B4-BE49-F238E27FC236}">
                  <a16:creationId xmlns:a16="http://schemas.microsoft.com/office/drawing/2014/main" id="{D1E7677C-7A2D-786C-6C86-C6370CF5C018}"/>
                </a:ext>
              </a:extLst>
            </p:cNvPr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l" t="t" r="r" b="b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3" name="Google Shape;945;p47">
              <a:extLst>
                <a:ext uri="{FF2B5EF4-FFF2-40B4-BE49-F238E27FC236}">
                  <a16:creationId xmlns:a16="http://schemas.microsoft.com/office/drawing/2014/main" id="{B9C04466-3B9B-4398-DF7B-554897BCCED5}"/>
                </a:ext>
              </a:extLst>
            </p:cNvPr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l" t="t" r="r" b="b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4" name="Google Shape;946;p47">
              <a:extLst>
                <a:ext uri="{FF2B5EF4-FFF2-40B4-BE49-F238E27FC236}">
                  <a16:creationId xmlns:a16="http://schemas.microsoft.com/office/drawing/2014/main" id="{B3E19E48-365B-8524-AA56-2CCC1542FB3F}"/>
                </a:ext>
              </a:extLst>
            </p:cNvPr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l" t="t" r="r" b="b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5" name="Google Shape;947;p47">
              <a:extLst>
                <a:ext uri="{FF2B5EF4-FFF2-40B4-BE49-F238E27FC236}">
                  <a16:creationId xmlns:a16="http://schemas.microsoft.com/office/drawing/2014/main" id="{4F535172-2478-D0AD-923A-A784BB4F4C97}"/>
                </a:ext>
              </a:extLst>
            </p:cNvPr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l" t="t" r="r" b="b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56" name="Google Shape;948;p47">
            <a:extLst>
              <a:ext uri="{FF2B5EF4-FFF2-40B4-BE49-F238E27FC236}">
                <a16:creationId xmlns:a16="http://schemas.microsoft.com/office/drawing/2014/main" id="{52104BFA-31B9-F323-FE0F-B87330083843}"/>
              </a:ext>
            </a:extLst>
          </p:cNvPr>
          <p:cNvGrpSpPr/>
          <p:nvPr/>
        </p:nvGrpSpPr>
        <p:grpSpPr>
          <a:xfrm>
            <a:off x="5256737" y="4685013"/>
            <a:ext cx="188538" cy="219058"/>
            <a:chOff x="3972400" y="4996350"/>
            <a:chExt cx="381000" cy="442675"/>
          </a:xfrm>
        </p:grpSpPr>
        <p:sp>
          <p:nvSpPr>
            <p:cNvPr id="257" name="Google Shape;949;p47">
              <a:extLst>
                <a:ext uri="{FF2B5EF4-FFF2-40B4-BE49-F238E27FC236}">
                  <a16:creationId xmlns:a16="http://schemas.microsoft.com/office/drawing/2014/main" id="{DDF4FFD3-CC3C-3AC4-7392-4CD7F0CACFC8}"/>
                </a:ext>
              </a:extLst>
            </p:cNvPr>
            <p:cNvSpPr/>
            <p:nvPr/>
          </p:nvSpPr>
          <p:spPr>
            <a:xfrm>
              <a:off x="4157400" y="4996350"/>
              <a:ext cx="86725" cy="103200"/>
            </a:xfrm>
            <a:custGeom>
              <a:avLst/>
              <a:gdLst/>
              <a:ahLst/>
              <a:cxnLst/>
              <a:rect l="l" t="t" r="r" b="b"/>
              <a:pathLst>
                <a:path w="3469" h="4128" extrusionOk="0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8" name="Google Shape;950;p47">
              <a:extLst>
                <a:ext uri="{FF2B5EF4-FFF2-40B4-BE49-F238E27FC236}">
                  <a16:creationId xmlns:a16="http://schemas.microsoft.com/office/drawing/2014/main" id="{F609C733-B886-9DE1-63E6-242090FCF2C8}"/>
                </a:ext>
              </a:extLst>
            </p:cNvPr>
            <p:cNvSpPr/>
            <p:nvPr/>
          </p:nvSpPr>
          <p:spPr>
            <a:xfrm>
              <a:off x="3972400" y="5048250"/>
              <a:ext cx="381000" cy="390775"/>
            </a:xfrm>
            <a:custGeom>
              <a:avLst/>
              <a:gdLst/>
              <a:ahLst/>
              <a:cxnLst/>
              <a:rect l="l" t="t" r="r" b="b"/>
              <a:pathLst>
                <a:path w="15240" h="15631" extrusionOk="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59" name="Google Shape;951;p47">
            <a:extLst>
              <a:ext uri="{FF2B5EF4-FFF2-40B4-BE49-F238E27FC236}">
                <a16:creationId xmlns:a16="http://schemas.microsoft.com/office/drawing/2014/main" id="{3D3CEDF6-0EFB-D56B-B414-60F2C8A6140E}"/>
              </a:ext>
            </a:extLst>
          </p:cNvPr>
          <p:cNvGrpSpPr/>
          <p:nvPr/>
        </p:nvGrpSpPr>
        <p:grpSpPr>
          <a:xfrm>
            <a:off x="5884591" y="4666583"/>
            <a:ext cx="267108" cy="256221"/>
            <a:chOff x="5241175" y="4959100"/>
            <a:chExt cx="539775" cy="517775"/>
          </a:xfrm>
        </p:grpSpPr>
        <p:sp>
          <p:nvSpPr>
            <p:cNvPr id="260" name="Google Shape;952;p47">
              <a:extLst>
                <a:ext uri="{FF2B5EF4-FFF2-40B4-BE49-F238E27FC236}">
                  <a16:creationId xmlns:a16="http://schemas.microsoft.com/office/drawing/2014/main" id="{73DB6C28-FFBC-C2D1-6CC1-18CBF767CE7B}"/>
                </a:ext>
              </a:extLst>
            </p:cNvPr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1" name="Google Shape;953;p47">
              <a:extLst>
                <a:ext uri="{FF2B5EF4-FFF2-40B4-BE49-F238E27FC236}">
                  <a16:creationId xmlns:a16="http://schemas.microsoft.com/office/drawing/2014/main" id="{1C74192E-77E0-BF12-B222-ED8A46776E0E}"/>
                </a:ext>
              </a:extLst>
            </p:cNvPr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2" name="Google Shape;954;p47">
              <a:extLst>
                <a:ext uri="{FF2B5EF4-FFF2-40B4-BE49-F238E27FC236}">
                  <a16:creationId xmlns:a16="http://schemas.microsoft.com/office/drawing/2014/main" id="{7FF95442-276A-C9D6-E3FE-65011CDFFEA3}"/>
                </a:ext>
              </a:extLst>
            </p:cNvPr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3" name="Google Shape;955;p47">
              <a:extLst>
                <a:ext uri="{FF2B5EF4-FFF2-40B4-BE49-F238E27FC236}">
                  <a16:creationId xmlns:a16="http://schemas.microsoft.com/office/drawing/2014/main" id="{901266B2-34A8-3E06-F3CC-4CBA7C41738D}"/>
                </a:ext>
              </a:extLst>
            </p:cNvPr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4" name="Google Shape;956;p47">
              <a:extLst>
                <a:ext uri="{FF2B5EF4-FFF2-40B4-BE49-F238E27FC236}">
                  <a16:creationId xmlns:a16="http://schemas.microsoft.com/office/drawing/2014/main" id="{EB3A286F-A19E-EA0F-8ED8-A6E909DDE9C0}"/>
                </a:ext>
              </a:extLst>
            </p:cNvPr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5" name="Google Shape;957;p47">
              <a:extLst>
                <a:ext uri="{FF2B5EF4-FFF2-40B4-BE49-F238E27FC236}">
                  <a16:creationId xmlns:a16="http://schemas.microsoft.com/office/drawing/2014/main" id="{2EA3F1A4-49ED-0E4D-4EEC-9CC283A84A81}"/>
                </a:ext>
              </a:extLst>
            </p:cNvPr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266" name="Google Shape;958;p47">
            <a:extLst>
              <a:ext uri="{FF2B5EF4-FFF2-40B4-BE49-F238E27FC236}">
                <a16:creationId xmlns:a16="http://schemas.microsoft.com/office/drawing/2014/main" id="{DC139081-E315-B61F-AB07-F5C386F5F25A}"/>
              </a:ext>
            </a:extLst>
          </p:cNvPr>
          <p:cNvSpPr/>
          <p:nvPr/>
        </p:nvSpPr>
        <p:spPr>
          <a:xfrm>
            <a:off x="6234187" y="4729751"/>
            <a:ext cx="235079" cy="129935"/>
          </a:xfrm>
          <a:custGeom>
            <a:avLst/>
            <a:gdLst/>
            <a:ahLst/>
            <a:cxnLst/>
            <a:rect l="l" t="t" r="r" b="b"/>
            <a:pathLst>
              <a:path w="19002" h="10503" extrusionOk="0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267" name="Google Shape;959;p47">
            <a:extLst>
              <a:ext uri="{FF2B5EF4-FFF2-40B4-BE49-F238E27FC236}">
                <a16:creationId xmlns:a16="http://schemas.microsoft.com/office/drawing/2014/main" id="{E866990E-FD81-3C14-CB89-DCAF452F6F3E}"/>
              </a:ext>
            </a:extLst>
          </p:cNvPr>
          <p:cNvGrpSpPr/>
          <p:nvPr/>
        </p:nvGrpSpPr>
        <p:grpSpPr>
          <a:xfrm>
            <a:off x="6599158" y="4704648"/>
            <a:ext cx="171329" cy="197012"/>
            <a:chOff x="6685175" y="5036025"/>
            <a:chExt cx="346225" cy="398125"/>
          </a:xfrm>
        </p:grpSpPr>
        <p:sp>
          <p:nvSpPr>
            <p:cNvPr id="268" name="Google Shape;960;p47">
              <a:extLst>
                <a:ext uri="{FF2B5EF4-FFF2-40B4-BE49-F238E27FC236}">
                  <a16:creationId xmlns:a16="http://schemas.microsoft.com/office/drawing/2014/main" id="{56D0598F-CE97-6C79-1E7B-1904934AFDB9}"/>
                </a:ext>
              </a:extLst>
            </p:cNvPr>
            <p:cNvSpPr/>
            <p:nvPr/>
          </p:nvSpPr>
          <p:spPr>
            <a:xfrm>
              <a:off x="6743800" y="5036025"/>
              <a:ext cx="105650" cy="147775"/>
            </a:xfrm>
            <a:custGeom>
              <a:avLst/>
              <a:gdLst/>
              <a:ahLst/>
              <a:cxnLst/>
              <a:rect l="l" t="t" r="r" b="b"/>
              <a:pathLst>
                <a:path w="4226" h="5911" extrusionOk="0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9" name="Google Shape;961;p47">
              <a:extLst>
                <a:ext uri="{FF2B5EF4-FFF2-40B4-BE49-F238E27FC236}">
                  <a16:creationId xmlns:a16="http://schemas.microsoft.com/office/drawing/2014/main" id="{BD74FF9B-3128-2094-075A-3D4BB3AE1DC8}"/>
                </a:ext>
              </a:extLst>
            </p:cNvPr>
            <p:cNvSpPr/>
            <p:nvPr/>
          </p:nvSpPr>
          <p:spPr>
            <a:xfrm>
              <a:off x="6685175" y="5152025"/>
              <a:ext cx="84275" cy="117275"/>
            </a:xfrm>
            <a:custGeom>
              <a:avLst/>
              <a:gdLst/>
              <a:ahLst/>
              <a:cxnLst/>
              <a:rect l="l" t="t" r="r" b="b"/>
              <a:pathLst>
                <a:path w="3371" h="4691" extrusionOk="0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0" name="Google Shape;962;p47">
              <a:extLst>
                <a:ext uri="{FF2B5EF4-FFF2-40B4-BE49-F238E27FC236}">
                  <a16:creationId xmlns:a16="http://schemas.microsoft.com/office/drawing/2014/main" id="{3511E67C-67CE-5FF2-21A7-80F907C06BB5}"/>
                </a:ext>
              </a:extLst>
            </p:cNvPr>
            <p:cNvSpPr/>
            <p:nvPr/>
          </p:nvSpPr>
          <p:spPr>
            <a:xfrm>
              <a:off x="6871400" y="5038475"/>
              <a:ext cx="105650" cy="145325"/>
            </a:xfrm>
            <a:custGeom>
              <a:avLst/>
              <a:gdLst/>
              <a:ahLst/>
              <a:cxnLst/>
              <a:rect l="l" t="t" r="r" b="b"/>
              <a:pathLst>
                <a:path w="4226" h="5813" extrusionOk="0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1" name="Google Shape;963;p47">
              <a:extLst>
                <a:ext uri="{FF2B5EF4-FFF2-40B4-BE49-F238E27FC236}">
                  <a16:creationId xmlns:a16="http://schemas.microsoft.com/office/drawing/2014/main" id="{12E030DE-4F5E-48DF-A604-405A4CD27CB0}"/>
                </a:ext>
              </a:extLst>
            </p:cNvPr>
            <p:cNvSpPr/>
            <p:nvPr/>
          </p:nvSpPr>
          <p:spPr>
            <a:xfrm>
              <a:off x="6944050" y="5155700"/>
              <a:ext cx="87350" cy="116025"/>
            </a:xfrm>
            <a:custGeom>
              <a:avLst/>
              <a:gdLst/>
              <a:ahLst/>
              <a:cxnLst/>
              <a:rect l="l" t="t" r="r" b="b"/>
              <a:pathLst>
                <a:path w="3494" h="4641" extrusionOk="0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2" name="Google Shape;964;p47">
              <a:extLst>
                <a:ext uri="{FF2B5EF4-FFF2-40B4-BE49-F238E27FC236}">
                  <a16:creationId xmlns:a16="http://schemas.microsoft.com/office/drawing/2014/main" id="{3CF612C6-554E-7DDE-32A5-6CB253110BB7}"/>
                </a:ext>
              </a:extLst>
            </p:cNvPr>
            <p:cNvSpPr/>
            <p:nvPr/>
          </p:nvSpPr>
          <p:spPr>
            <a:xfrm>
              <a:off x="6727300" y="5185625"/>
              <a:ext cx="263800" cy="248525"/>
            </a:xfrm>
            <a:custGeom>
              <a:avLst/>
              <a:gdLst/>
              <a:ahLst/>
              <a:cxnLst/>
              <a:rect l="l" t="t" r="r" b="b"/>
              <a:pathLst>
                <a:path w="10552" h="9941" extrusionOk="0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73" name="Google Shape;965;p47">
            <a:extLst>
              <a:ext uri="{FF2B5EF4-FFF2-40B4-BE49-F238E27FC236}">
                <a16:creationId xmlns:a16="http://schemas.microsoft.com/office/drawing/2014/main" id="{89543B5E-28B5-55C1-4785-DD147019F575}"/>
              </a:ext>
            </a:extLst>
          </p:cNvPr>
          <p:cNvGrpSpPr/>
          <p:nvPr/>
        </p:nvGrpSpPr>
        <p:grpSpPr>
          <a:xfrm>
            <a:off x="7060719" y="3504549"/>
            <a:ext cx="324428" cy="316001"/>
            <a:chOff x="5926225" y="921350"/>
            <a:chExt cx="517800" cy="504350"/>
          </a:xfrm>
        </p:grpSpPr>
        <p:sp>
          <p:nvSpPr>
            <p:cNvPr id="274" name="Google Shape;966;p47">
              <a:extLst>
                <a:ext uri="{FF2B5EF4-FFF2-40B4-BE49-F238E27FC236}">
                  <a16:creationId xmlns:a16="http://schemas.microsoft.com/office/drawing/2014/main" id="{C0EEFAB3-7060-2CB8-B791-A0C06B429529}"/>
                </a:ext>
              </a:extLst>
            </p:cNvPr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solidFill>
                  <a:srgbClr val="F1C232"/>
                </a:solidFill>
              </a:endParaRPr>
            </a:p>
          </p:txBody>
        </p:sp>
        <p:sp>
          <p:nvSpPr>
            <p:cNvPr id="275" name="Google Shape;967;p47">
              <a:extLst>
                <a:ext uri="{FF2B5EF4-FFF2-40B4-BE49-F238E27FC236}">
                  <a16:creationId xmlns:a16="http://schemas.microsoft.com/office/drawing/2014/main" id="{859CD56F-BE7F-D5E1-E409-D7C5C18934ED}"/>
                </a:ext>
              </a:extLst>
            </p:cNvPr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solidFill>
                  <a:srgbClr val="F1C232"/>
                </a:solidFill>
              </a:endParaRPr>
            </a:p>
          </p:txBody>
        </p:sp>
      </p:grpSp>
      <p:sp>
        <p:nvSpPr>
          <p:cNvPr id="276" name="Google Shape;968;p47">
            <a:extLst>
              <a:ext uri="{FF2B5EF4-FFF2-40B4-BE49-F238E27FC236}">
                <a16:creationId xmlns:a16="http://schemas.microsoft.com/office/drawing/2014/main" id="{0F8923C3-2571-F678-71D3-1C8CCB940E72}"/>
              </a:ext>
            </a:extLst>
          </p:cNvPr>
          <p:cNvSpPr/>
          <p:nvPr/>
        </p:nvSpPr>
        <p:spPr>
          <a:xfrm>
            <a:off x="7206162" y="3681589"/>
            <a:ext cx="300713" cy="169874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277" name="Google Shape;969;p47">
            <a:extLst>
              <a:ext uri="{FF2B5EF4-FFF2-40B4-BE49-F238E27FC236}">
                <a16:creationId xmlns:a16="http://schemas.microsoft.com/office/drawing/2014/main" id="{B0511E96-1535-909A-754D-0855706432B7}"/>
              </a:ext>
            </a:extLst>
          </p:cNvPr>
          <p:cNvGrpSpPr/>
          <p:nvPr/>
        </p:nvGrpSpPr>
        <p:grpSpPr>
          <a:xfrm>
            <a:off x="7724459" y="3489084"/>
            <a:ext cx="324428" cy="316001"/>
            <a:chOff x="5926225" y="921350"/>
            <a:chExt cx="517800" cy="504350"/>
          </a:xfrm>
        </p:grpSpPr>
        <p:sp>
          <p:nvSpPr>
            <p:cNvPr id="278" name="Google Shape;970;p47">
              <a:extLst>
                <a:ext uri="{FF2B5EF4-FFF2-40B4-BE49-F238E27FC236}">
                  <a16:creationId xmlns:a16="http://schemas.microsoft.com/office/drawing/2014/main" id="{D44D6D95-036C-96C0-9E09-462DA5C4128A}"/>
                </a:ext>
              </a:extLst>
            </p:cNvPr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9" name="Google Shape;971;p47">
              <a:extLst>
                <a:ext uri="{FF2B5EF4-FFF2-40B4-BE49-F238E27FC236}">
                  <a16:creationId xmlns:a16="http://schemas.microsoft.com/office/drawing/2014/main" id="{00947020-70F3-D8C6-ADD4-9F3135E8E29E}"/>
                </a:ext>
              </a:extLst>
            </p:cNvPr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280" name="Google Shape;972;p47">
            <a:extLst>
              <a:ext uri="{FF2B5EF4-FFF2-40B4-BE49-F238E27FC236}">
                <a16:creationId xmlns:a16="http://schemas.microsoft.com/office/drawing/2014/main" id="{6BF3CE99-524C-0098-18F8-BC0E96227F13}"/>
              </a:ext>
            </a:extLst>
          </p:cNvPr>
          <p:cNvSpPr/>
          <p:nvPr/>
        </p:nvSpPr>
        <p:spPr>
          <a:xfrm>
            <a:off x="7869903" y="3666124"/>
            <a:ext cx="300713" cy="169874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281" name="Google Shape;973;p47">
            <a:extLst>
              <a:ext uri="{FF2B5EF4-FFF2-40B4-BE49-F238E27FC236}">
                <a16:creationId xmlns:a16="http://schemas.microsoft.com/office/drawing/2014/main" id="{F1A3F15F-46E5-A073-DC75-AC205997F241}"/>
              </a:ext>
            </a:extLst>
          </p:cNvPr>
          <p:cNvGrpSpPr/>
          <p:nvPr/>
        </p:nvGrpSpPr>
        <p:grpSpPr>
          <a:xfrm>
            <a:off x="7060923" y="4050863"/>
            <a:ext cx="806953" cy="785992"/>
            <a:chOff x="5926225" y="921350"/>
            <a:chExt cx="517800" cy="504350"/>
          </a:xfrm>
        </p:grpSpPr>
        <p:sp>
          <p:nvSpPr>
            <p:cNvPr id="282" name="Google Shape;974;p47">
              <a:extLst>
                <a:ext uri="{FF2B5EF4-FFF2-40B4-BE49-F238E27FC236}">
                  <a16:creationId xmlns:a16="http://schemas.microsoft.com/office/drawing/2014/main" id="{50F16CB7-E67F-DE06-7D75-49800E790D05}"/>
                </a:ext>
              </a:extLst>
            </p:cNvPr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chemeClr val="accent4"/>
            </a:solidFill>
            <a:ln w="28575" cap="flat" cmpd="sng">
              <a:solidFill>
                <a:schemeClr val="accent5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3" name="Google Shape;975;p47">
              <a:extLst>
                <a:ext uri="{FF2B5EF4-FFF2-40B4-BE49-F238E27FC236}">
                  <a16:creationId xmlns:a16="http://schemas.microsoft.com/office/drawing/2014/main" id="{FA1B1D50-DEA8-C516-9B46-14EA9A43E71F}"/>
                </a:ext>
              </a:extLst>
            </p:cNvPr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chemeClr val="accent4"/>
            </a:solidFill>
            <a:ln w="28575" cap="flat" cmpd="sng">
              <a:solidFill>
                <a:schemeClr val="accent5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284" name="Google Shape;976;p47">
            <a:extLst>
              <a:ext uri="{FF2B5EF4-FFF2-40B4-BE49-F238E27FC236}">
                <a16:creationId xmlns:a16="http://schemas.microsoft.com/office/drawing/2014/main" id="{B1477500-320F-8215-71C1-E0FBC87E07CE}"/>
              </a:ext>
            </a:extLst>
          </p:cNvPr>
          <p:cNvSpPr/>
          <p:nvPr/>
        </p:nvSpPr>
        <p:spPr>
          <a:xfrm>
            <a:off x="7422653" y="4491186"/>
            <a:ext cx="747966" cy="422528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9525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285" name="Google Shape;977;p47">
            <a:extLst>
              <a:ext uri="{FF2B5EF4-FFF2-40B4-BE49-F238E27FC236}">
                <a16:creationId xmlns:a16="http://schemas.microsoft.com/office/drawing/2014/main" id="{E67D1374-F572-7C44-590D-9571AF5E30AE}"/>
              </a:ext>
            </a:extLst>
          </p:cNvPr>
          <p:cNvSpPr txBox="1"/>
          <p:nvPr/>
        </p:nvSpPr>
        <p:spPr>
          <a:xfrm>
            <a:off x="6977436" y="2330402"/>
            <a:ext cx="1944000" cy="114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675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SlidesCarnival icons are editable shapes</a:t>
            </a:r>
            <a:r>
              <a:rPr lang="en" sz="6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</a:t>
            </a:r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Clr>
                <a:schemeClr val="dk1"/>
              </a:buClr>
              <a:buSzPts val="1100"/>
            </a:pPr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 sz="6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means that you can:</a:t>
            </a:r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42892" indent="-214308">
              <a:buClr>
                <a:srgbClr val="FFFFFF"/>
              </a:buClr>
              <a:buSzPts val="900"/>
              <a:buFont typeface="Roboto Condensed"/>
              <a:buChar char="●"/>
            </a:pPr>
            <a:r>
              <a:rPr lang="en" sz="6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Resize them without losing quality.</a:t>
            </a:r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42892" indent="-214308">
              <a:buClr>
                <a:srgbClr val="FFFFFF"/>
              </a:buClr>
              <a:buSzPts val="900"/>
              <a:buFont typeface="Roboto Condensed"/>
              <a:buChar char="●"/>
            </a:pPr>
            <a:r>
              <a:rPr lang="en" sz="6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 fill color and opacity.</a:t>
            </a:r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42892" indent="-214308">
              <a:buClr>
                <a:srgbClr val="FFFFFF"/>
              </a:buClr>
              <a:buSzPts val="900"/>
              <a:buFont typeface="Roboto Condensed"/>
              <a:buChar char="●"/>
            </a:pPr>
            <a:r>
              <a:rPr lang="en" sz="6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 line color, width and style.</a:t>
            </a:r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r>
              <a:rPr lang="en" sz="6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Isn’t that nice? :)</a:t>
            </a:r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r>
              <a:rPr lang="en" sz="6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Examples:</a:t>
            </a:r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Clr>
                <a:schemeClr val="dk1"/>
              </a:buClr>
              <a:buSzPts val="1100"/>
            </a:pPr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3439447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UIT">
      <a:dk1>
        <a:srgbClr val="000000"/>
      </a:dk1>
      <a:lt1>
        <a:srgbClr val="FFFFFF"/>
      </a:lt1>
      <a:dk2>
        <a:srgbClr val="354253"/>
      </a:dk2>
      <a:lt2>
        <a:srgbClr val="E7E6E6"/>
      </a:lt2>
      <a:accent1>
        <a:srgbClr val="044F9E"/>
      </a:accent1>
      <a:accent2>
        <a:srgbClr val="2072B7"/>
      </a:accent2>
      <a:accent3>
        <a:srgbClr val="4CC4EB"/>
      </a:accent3>
      <a:accent4>
        <a:srgbClr val="E81F26"/>
      </a:accent4>
      <a:accent5>
        <a:srgbClr val="FEC01D"/>
      </a:accent5>
      <a:accent6>
        <a:srgbClr val="DBD014"/>
      </a:accent6>
      <a:hlink>
        <a:srgbClr val="2072B7"/>
      </a:hlink>
      <a:folHlink>
        <a:srgbClr val="044F9E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774</Words>
  <Application>Microsoft Office PowerPoint</Application>
  <PresentationFormat>Widescreen</PresentationFormat>
  <Paragraphs>146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Amatic SC</vt:lpstr>
      <vt:lpstr>Arial</vt:lpstr>
      <vt:lpstr>Calibri</vt:lpstr>
      <vt:lpstr>Calibri Light</vt:lpstr>
      <vt:lpstr>Oswald</vt:lpstr>
      <vt:lpstr>Roboto Condensed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CHARTS TO EXPLAIN YOUR IDEAS</vt:lpstr>
      <vt:lpstr>PowerPoint Presentation</vt:lpstr>
      <vt:lpstr>PowerPoint Presentation</vt:lpstr>
      <vt:lpstr>TIMELINE</vt:lpstr>
      <vt:lpstr>ROADMAP</vt:lpstr>
      <vt:lpstr>SWOT ANALYSIS</vt:lpstr>
      <vt:lpstr>FUNNEL</vt:lpstr>
      <vt:lpstr>Diagrams and infographics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Võ Văn Vũ</dc:creator>
  <cp:lastModifiedBy>Vu Van Diep</cp:lastModifiedBy>
  <cp:revision>5</cp:revision>
  <dcterms:created xsi:type="dcterms:W3CDTF">2023-11-06T07:10:59Z</dcterms:created>
  <dcterms:modified xsi:type="dcterms:W3CDTF">2024-11-25T01:48:47Z</dcterms:modified>
</cp:coreProperties>
</file>